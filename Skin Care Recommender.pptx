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6.xml" ContentType="application/vnd.openxmlformats-officedocument.theme+xml"/>
  <Override PartName="/ppt/theme/theme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5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0.xml" ContentType="application/vnd.openxmlformats-officedocument.theme+xml"/>
  <Override PartName="/ppt/theme/theme2.xml" ContentType="application/vnd.openxmlformats-officedocument.theme+xml"/>
  <Override PartName="/ppt/theme/theme29.xml" ContentType="application/vnd.openxmlformats-officedocument.theme+xml"/>
  <Override PartName="/ppt/theme/theme21.xml" ContentType="application/vnd.openxmlformats-officedocument.theme+xml"/>
  <Override PartName="/ppt/theme/theme3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24.xml" ContentType="application/vnd.openxmlformats-officedocument.theme+xml"/>
  <Override PartName="/ppt/theme/theme6.xml" ContentType="application/vnd.openxmlformats-officedocument.theme+xml"/>
  <Override PartName="/ppt/theme/theme42.xml" ContentType="application/vnd.openxmlformats-officedocument.theme+xml"/>
  <Override PartName="/ppt/theme/theme25.xml" ContentType="application/vnd.openxmlformats-officedocument.theme+xml"/>
  <Override PartName="/ppt/theme/theme7.xml" ContentType="application/vnd.openxmlformats-officedocument.theme+xml"/>
  <Override PartName="/ppt/theme/theme43.xml" ContentType="application/vnd.openxmlformats-officedocument.theme+xml"/>
  <Override PartName="/ppt/theme/theme8.xml" ContentType="application/vnd.openxmlformats-officedocument.theme+xml"/>
  <Override PartName="/ppt/theme/theme44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2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  <p:sldMasterId id="2147483691" r:id="rId23"/>
    <p:sldMasterId id="2147483693" r:id="rId24"/>
    <p:sldMasterId id="2147483695" r:id="rId25"/>
    <p:sldMasterId id="2147483697" r:id="rId26"/>
    <p:sldMasterId id="2147483699" r:id="rId27"/>
    <p:sldMasterId id="2147483701" r:id="rId28"/>
    <p:sldMasterId id="2147483703" r:id="rId29"/>
    <p:sldMasterId id="2147483705" r:id="rId30"/>
    <p:sldMasterId id="2147483707" r:id="rId31"/>
    <p:sldMasterId id="2147483709" r:id="rId32"/>
    <p:sldMasterId id="2147483711" r:id="rId33"/>
    <p:sldMasterId id="2147483713" r:id="rId34"/>
    <p:sldMasterId id="2147483715" r:id="rId35"/>
    <p:sldMasterId id="2147483716" r:id="rId36"/>
    <p:sldMasterId id="2147483718" r:id="rId37"/>
    <p:sldMasterId id="2147483719" r:id="rId38"/>
    <p:sldMasterId id="2147483720" r:id="rId39"/>
    <p:sldMasterId id="2147483721" r:id="rId40"/>
    <p:sldMasterId id="2147483722" r:id="rId41"/>
    <p:sldMasterId id="2147483723" r:id="rId42"/>
    <p:sldMasterId id="2147483724" r:id="rId43"/>
    <p:sldMasterId id="2147483725" r:id="rId44"/>
    <p:sldMasterId id="2147483726" r:id="rId45"/>
    <p:sldMasterId id="2147483727" r:id="rId46"/>
    <p:sldMasterId id="2147483728" r:id="rId47"/>
    <p:sldMasterId id="2147483730" r:id="rId48"/>
    <p:sldMasterId id="2147483731" r:id="rId49"/>
    <p:sldMasterId id="2147483732" r:id="rId50"/>
  </p:sldMasterIdLst>
  <p:sldIdLst>
    <p:sldId id="256" r:id="rId51"/>
    <p:sldId id="257" r:id="rId52"/>
    <p:sldId id="258" r:id="rId53"/>
    <p:sldId id="259" r:id="rId54"/>
    <p:sldId id="260" r:id="rId55"/>
    <p:sldId id="261" r:id="rId56"/>
    <p:sldId id="262" r:id="rId57"/>
    <p:sldId id="263" r:id="rId58"/>
    <p:sldId id="264" r:id="rId59"/>
    <p:sldId id="265" r:id="rId60"/>
    <p:sldId id="266" r:id="rId61"/>
    <p:sldId id="267" r:id="rId62"/>
    <p:sldId id="268" r:id="rId63"/>
    <p:sldId id="269" r:id="rId64"/>
    <p:sldId id="270" r:id="rId65"/>
    <p:sldId id="271" r:id="rId66"/>
    <p:sldId id="272" r:id="rId67"/>
    <p:sldId id="273" r:id="rId68"/>
    <p:sldId id="274" r:id="rId69"/>
    <p:sldId id="275" r:id="rId70"/>
    <p:sldId id="276" r:id="rId71"/>
  </p:sldIdLst>
  <p:sldSz cx="9144000" cy="5143500"/>
  <p:notesSz cx="7772400" cy="10058400"/>
  <p:embeddedFontLst>
    <p:embeddedFont>
      <p:font typeface="Spectral ExtraLight"/>
    </p:embeddedFont>
    <p:embeddedFont>
      <p:font typeface="Familjen Grotesk"/>
      <p:regular r:id="rId72"/>
      <p:bold r:id="rId73"/>
      <p:italic r:id="rId74"/>
      <p:boldItalic r:id="rId75"/>
    </p:embeddedFont>
    <p:embeddedFont>
      <p:font typeface="Spectral"/>
      <p:regular r:id="rId76"/>
      <p:bold r:id="rId77"/>
      <p:italic r:id="rId78"/>
      <p:boldItalic r:id="rId79"/>
    </p:embeddedFont>
    <p:embeddedFont>
      <p:font typeface="Familjen Grotesk Medium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" Target="slides/slide1.xml"/><Relationship Id="rId52" Type="http://schemas.openxmlformats.org/officeDocument/2006/relationships/slide" Target="slides/slide2.xml"/><Relationship Id="rId53" Type="http://schemas.openxmlformats.org/officeDocument/2006/relationships/slide" Target="slides/slide3.xml"/><Relationship Id="rId54" Type="http://schemas.openxmlformats.org/officeDocument/2006/relationships/slide" Target="slides/slide4.xml"/><Relationship Id="rId55" Type="http://schemas.openxmlformats.org/officeDocument/2006/relationships/slide" Target="slides/slide5.xml"/><Relationship Id="rId56" Type="http://schemas.openxmlformats.org/officeDocument/2006/relationships/slide" Target="slides/slide6.xml"/><Relationship Id="rId57" Type="http://schemas.openxmlformats.org/officeDocument/2006/relationships/slide" Target="slides/slide7.xml"/><Relationship Id="rId58" Type="http://schemas.openxmlformats.org/officeDocument/2006/relationships/slide" Target="slides/slide8.xml"/><Relationship Id="rId59" Type="http://schemas.openxmlformats.org/officeDocument/2006/relationships/slide" Target="slides/slide9.xml"/><Relationship Id="rId60" Type="http://schemas.openxmlformats.org/officeDocument/2006/relationships/slide" Target="slides/slide10.xml"/><Relationship Id="rId61" Type="http://schemas.openxmlformats.org/officeDocument/2006/relationships/slide" Target="slides/slide11.xml"/><Relationship Id="rId62" Type="http://schemas.openxmlformats.org/officeDocument/2006/relationships/slide" Target="slides/slide12.xml"/><Relationship Id="rId63" Type="http://schemas.openxmlformats.org/officeDocument/2006/relationships/slide" Target="slides/slide13.xml"/><Relationship Id="rId64" Type="http://schemas.openxmlformats.org/officeDocument/2006/relationships/slide" Target="slides/slide14.xml"/><Relationship Id="rId65" Type="http://schemas.openxmlformats.org/officeDocument/2006/relationships/slide" Target="slides/slide15.xml"/><Relationship Id="rId66" Type="http://schemas.openxmlformats.org/officeDocument/2006/relationships/slide" Target="slides/slide16.xml"/><Relationship Id="rId67" Type="http://schemas.openxmlformats.org/officeDocument/2006/relationships/slide" Target="slides/slide17.xml"/><Relationship Id="rId68" Type="http://schemas.openxmlformats.org/officeDocument/2006/relationships/slide" Target="slides/slide18.xml"/><Relationship Id="rId69" Type="http://schemas.openxmlformats.org/officeDocument/2006/relationships/slide" Target="slides/slide19.xml"/><Relationship Id="rId70" Type="http://schemas.openxmlformats.org/officeDocument/2006/relationships/slide" Target="slides/slide20.xml"/><Relationship Id="rId71" Type="http://schemas.openxmlformats.org/officeDocument/2006/relationships/slide" Target="slides/slide21.xml"/><Relationship Id="rId72" Type="http://schemas.openxmlformats.org/officeDocument/2006/relationships/font" Target="fonts/Font_1_Familjen_Grotesk_Regular.fntdata"/><Relationship Id="rId73" Type="http://schemas.openxmlformats.org/officeDocument/2006/relationships/font" Target="fonts/Font_2_Familjen_Grotesk_Bold.fntdata"/><Relationship Id="rId74" Type="http://schemas.openxmlformats.org/officeDocument/2006/relationships/font" Target="fonts/Font_3_Familjen_Grotesk_Italic.fntdata"/><Relationship Id="rId75" Type="http://schemas.openxmlformats.org/officeDocument/2006/relationships/font" Target="fonts/Font_4_Familjen_Grotesk_BoldItalic.fntdata"/><Relationship Id="rId76" Type="http://schemas.openxmlformats.org/officeDocument/2006/relationships/font" Target="fonts/Font_5_Spectral_Regular.fntdata"/><Relationship Id="rId77" Type="http://schemas.openxmlformats.org/officeDocument/2006/relationships/font" Target="fonts/Font_6_Spectral_Bold.fntdata"/><Relationship Id="rId78" Type="http://schemas.openxmlformats.org/officeDocument/2006/relationships/font" Target="fonts/Font_7_Spectral_Italic.fntdata"/><Relationship Id="rId79" Type="http://schemas.openxmlformats.org/officeDocument/2006/relationships/font" Target="fonts/Font_8_Spectral_BoldItalic.fntdata"/><Relationship Id="rId8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2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7406E76-664E-4EEF-A495-AF345C4AE568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2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5B206C-57F6-42CF-A0E7-D17BB54FE03A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EE8FE8-E501-4433-887B-C88D1225EB03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2_1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626D4C9-EE1E-45D4-AC14-EB89562EF87B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7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F4D8188-A664-4FBD-9180-4181D60E7B5C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2_1_1_1_1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BE341C-B6A7-41BB-B690-AF22E8ECEC07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5F893E8-14E8-4DAB-AEC9-E85364C81036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33029B2-B11E-435B-8485-8E0B8F307CDE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2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035D6F1-CFF3-466F-AE58-630CE154F22B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2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DB6376A-6704-4533-9D13-5D7E5E84EFE6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2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CE77CE2-5BC0-410A-B990-FC63F9F0272B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2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48D5997-119F-4759-BA9B-0DD5566833C1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2_1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D27713A-18AB-4DFD-B5A7-0ADC960A2AFB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5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7DB4F032-BAFE-4F89-8E1C-4E95BA8CCDE3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2_1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9E0160A-7BBD-4778-B284-DB470FF6C5D8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_1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9D5722A-1AB5-45BC-B87F-B63899D1A710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56FA7A2E-AF63-496B-8F19-34B564CFD739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F5AC8A7-9052-4065-8A34-A408604B6E53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IN_POI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38317AD-38BB-4C24-B346-FFA3A043BB69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_TITLE_AND_DESCRIPTI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D427C18A-0787-4E93-9F9D-D7FF288114D9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6C86E25-0A28-48E5-9427-81AA4FDE5C76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8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2BE9DB9-CA91-41F8-916D-AD42A4FB721F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21C23BBB-3DE2-46BC-B411-510CB576B6E9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APTION_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F81E7FA-7941-4D56-B51F-F549C636F470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D19E406-216D-4A93-863A-9C55C73C191A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2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733024CC-341B-4DF2-879A-3B5A53DD18E5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32EFE2B-A27E-42E6-A3D4-672F0E016456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51526AB-7E91-4938-A34D-1C3AC238780C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ECTION_HEAD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C5B7F08D-F501-4266-B56A-2FA2E93997A6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ONLY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CF7E0C2-1C46-4C30-8A3F-893A32B74733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6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CD87ACA-3801-4C37-981B-E6020C61A9CA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1605960" y="275760"/>
            <a:ext cx="7535880" cy="102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subTitle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9988EC73-9760-462C-B0D0-33F1C8CC77FF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4BF35632-2605-4EC2-9CE4-395DB0DB89C1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48311DC-0810-4CB1-8DE8-DA7E22B09FC7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19EB89FD-816B-42DC-8A14-B53F4824BF78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E915DB75-3B69-4CCC-A63B-6966D904F18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7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8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9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0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1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2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3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4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5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6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7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8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9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30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1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2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3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4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3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lt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lt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A720E924-6FD8-4904-B2B0-C20003C1E0D9}" type="slidenum">
              <a:rPr lang="en" sz="900" b="0" u="none" strike="noStrike">
                <a:solidFill>
                  <a:schemeClr val="lt1"/>
                </a:solidFill>
                <a:effectLst/>
                <a:uFillTx/>
                <a:latin typeface="Familjen Grotesk"/>
                <a:ea typeface="Familjen Grotesk"/>
              </a:rPr>
              <a:t>5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73080" y="340560"/>
            <a:ext cx="895176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76240" y="1206360"/>
            <a:ext cx="4076280" cy="2512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3801600" y="3596040"/>
            <a:ext cx="5340240" cy="154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33;p43"/>
          <p:cNvSpPr/>
          <p:nvPr/>
        </p:nvSpPr>
        <p:spPr>
          <a:xfrm>
            <a:off x="6860880" y="1226520"/>
            <a:ext cx="2287440" cy="39150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sldNum" idx="2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58D70296-C7D3-499D-87D3-401F4E1590E2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73080" y="340560"/>
            <a:ext cx="895176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438;p43"/>
          <p:cNvSpPr/>
          <p:nvPr/>
        </p:nvSpPr>
        <p:spPr>
          <a:xfrm>
            <a:off x="0" y="1226520"/>
            <a:ext cx="2287440" cy="39150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439;p43"/>
          <p:cNvSpPr/>
          <p:nvPr/>
        </p:nvSpPr>
        <p:spPr>
          <a:xfrm>
            <a:off x="2289600" y="1226520"/>
            <a:ext cx="2287440" cy="3915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440;p43"/>
          <p:cNvSpPr/>
          <p:nvPr/>
        </p:nvSpPr>
        <p:spPr>
          <a:xfrm>
            <a:off x="4579200" y="1226520"/>
            <a:ext cx="2287440" cy="3915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205560" y="3291840"/>
            <a:ext cx="1825200" cy="1580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2509200" y="3291840"/>
            <a:ext cx="1825200" cy="1580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4812840" y="3291840"/>
            <a:ext cx="1825200" cy="1580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body"/>
          </p:nvPr>
        </p:nvSpPr>
        <p:spPr>
          <a:xfrm>
            <a:off x="7092000" y="3291840"/>
            <a:ext cx="1825200" cy="1580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7"/>
          <p:cNvSpPr>
            <a:spLocks noGrp="1"/>
          </p:cNvSpPr>
          <p:nvPr>
            <p:ph type="body"/>
          </p:nvPr>
        </p:nvSpPr>
        <p:spPr>
          <a:xfrm>
            <a:off x="183960" y="1481760"/>
            <a:ext cx="992160" cy="99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8"/>
          <p:cNvSpPr>
            <a:spLocks noGrp="1"/>
          </p:cNvSpPr>
          <p:nvPr>
            <p:ph type="body"/>
          </p:nvPr>
        </p:nvSpPr>
        <p:spPr>
          <a:xfrm>
            <a:off x="2509200" y="1481760"/>
            <a:ext cx="992160" cy="99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9"/>
          <p:cNvSpPr>
            <a:spLocks noGrp="1"/>
          </p:cNvSpPr>
          <p:nvPr>
            <p:ph type="body"/>
          </p:nvPr>
        </p:nvSpPr>
        <p:spPr>
          <a:xfrm>
            <a:off x="4812840" y="1481760"/>
            <a:ext cx="992160" cy="99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10"/>
          <p:cNvSpPr>
            <a:spLocks noGrp="1"/>
          </p:cNvSpPr>
          <p:nvPr>
            <p:ph type="body"/>
          </p:nvPr>
        </p:nvSpPr>
        <p:spPr>
          <a:xfrm>
            <a:off x="7092000" y="1481760"/>
            <a:ext cx="992160" cy="99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88;p31"/>
          <p:cNvSpPr/>
          <p:nvPr/>
        </p:nvSpPr>
        <p:spPr>
          <a:xfrm>
            <a:off x="151560" y="-149760"/>
            <a:ext cx="1476720" cy="6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14400" b="1" u="none" strike="noStrike">
                <a:solidFill>
                  <a:schemeClr val="accent2"/>
                </a:solidFill>
                <a:effectLst/>
                <a:uFillTx/>
                <a:latin typeface="Familjen Grotesk"/>
                <a:ea typeface="Familjen Grotesk"/>
              </a:rPr>
              <a:t>“</a:t>
            </a:r>
            <a:endParaRPr lang="en-US" sz="1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sldNum" idx="3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60C09EEA-93FC-4596-BEB8-843CDD32E3D6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663920" y="349920"/>
            <a:ext cx="6900840" cy="3681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454;p44"/>
          <p:cNvSpPr/>
          <p:nvPr/>
        </p:nvSpPr>
        <p:spPr>
          <a:xfrm>
            <a:off x="0" y="1226520"/>
            <a:ext cx="1826640" cy="39150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455;p44"/>
          <p:cNvSpPr/>
          <p:nvPr/>
        </p:nvSpPr>
        <p:spPr>
          <a:xfrm>
            <a:off x="1828800" y="1226520"/>
            <a:ext cx="1826640" cy="3915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456;p44"/>
          <p:cNvSpPr/>
          <p:nvPr/>
        </p:nvSpPr>
        <p:spPr>
          <a:xfrm>
            <a:off x="3657600" y="1226520"/>
            <a:ext cx="1826640" cy="3915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457;p44"/>
          <p:cNvSpPr/>
          <p:nvPr/>
        </p:nvSpPr>
        <p:spPr>
          <a:xfrm>
            <a:off x="5486400" y="1226520"/>
            <a:ext cx="1826640" cy="39150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458;p44"/>
          <p:cNvSpPr/>
          <p:nvPr/>
        </p:nvSpPr>
        <p:spPr>
          <a:xfrm>
            <a:off x="7315200" y="1226520"/>
            <a:ext cx="1826640" cy="3915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sldNum" idx="4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93F078A5-C6D5-415B-AC84-501DCEE2C85F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73080" y="340560"/>
            <a:ext cx="895176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205560" y="3063240"/>
            <a:ext cx="1424160" cy="1580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183960" y="1481760"/>
            <a:ext cx="992160" cy="99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2023200" y="1481760"/>
            <a:ext cx="992160" cy="99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3852000" y="1481760"/>
            <a:ext cx="992160" cy="99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5680800" y="1481760"/>
            <a:ext cx="992160" cy="99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8"/>
          <p:cNvSpPr>
            <a:spLocks noGrp="1"/>
          </p:cNvSpPr>
          <p:nvPr>
            <p:ph type="body"/>
          </p:nvPr>
        </p:nvSpPr>
        <p:spPr>
          <a:xfrm>
            <a:off x="7509600" y="1481760"/>
            <a:ext cx="992160" cy="99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9"/>
          <p:cNvSpPr>
            <a:spLocks noGrp="1"/>
          </p:cNvSpPr>
          <p:nvPr>
            <p:ph type="body"/>
          </p:nvPr>
        </p:nvSpPr>
        <p:spPr>
          <a:xfrm>
            <a:off x="2030040" y="3063240"/>
            <a:ext cx="1424160" cy="1580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10"/>
          <p:cNvSpPr>
            <a:spLocks noGrp="1"/>
          </p:cNvSpPr>
          <p:nvPr>
            <p:ph type="body"/>
          </p:nvPr>
        </p:nvSpPr>
        <p:spPr>
          <a:xfrm>
            <a:off x="3858840" y="3063240"/>
            <a:ext cx="1424160" cy="1580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1"/>
          <p:cNvSpPr>
            <a:spLocks noGrp="1"/>
          </p:cNvSpPr>
          <p:nvPr>
            <p:ph type="body"/>
          </p:nvPr>
        </p:nvSpPr>
        <p:spPr>
          <a:xfrm>
            <a:off x="5687640" y="3063240"/>
            <a:ext cx="1424160" cy="1580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12"/>
          <p:cNvSpPr>
            <a:spLocks noGrp="1"/>
          </p:cNvSpPr>
          <p:nvPr>
            <p:ph type="body"/>
          </p:nvPr>
        </p:nvSpPr>
        <p:spPr>
          <a:xfrm>
            <a:off x="7516440" y="3063240"/>
            <a:ext cx="1424160" cy="1580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77160" y="1832760"/>
            <a:ext cx="32151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77500" lnSpcReduction="1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5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6417AB0E-A2E2-4A58-838E-74EEEBDCA32A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479;p45"/>
          <p:cNvSpPr/>
          <p:nvPr/>
        </p:nvSpPr>
        <p:spPr>
          <a:xfrm>
            <a:off x="0" y="1226520"/>
            <a:ext cx="1521720" cy="39150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480;p45"/>
          <p:cNvSpPr/>
          <p:nvPr/>
        </p:nvSpPr>
        <p:spPr>
          <a:xfrm>
            <a:off x="1523880" y="1226520"/>
            <a:ext cx="1521720" cy="3915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481;p45"/>
          <p:cNvSpPr/>
          <p:nvPr/>
        </p:nvSpPr>
        <p:spPr>
          <a:xfrm>
            <a:off x="3048120" y="1226520"/>
            <a:ext cx="1521720" cy="3915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482;p45"/>
          <p:cNvSpPr/>
          <p:nvPr/>
        </p:nvSpPr>
        <p:spPr>
          <a:xfrm>
            <a:off x="4572000" y="1226520"/>
            <a:ext cx="1521720" cy="39150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483;p45"/>
          <p:cNvSpPr/>
          <p:nvPr/>
        </p:nvSpPr>
        <p:spPr>
          <a:xfrm>
            <a:off x="6095880" y="1226520"/>
            <a:ext cx="1521720" cy="3915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sldNum" idx="6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4FC21FEF-A02F-4329-AECD-4FF09A14BE04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73080" y="340560"/>
            <a:ext cx="8951760" cy="699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171360" y="2986920"/>
            <a:ext cx="1186200" cy="20055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153360" y="1481760"/>
            <a:ext cx="826560" cy="82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1685880" y="1481760"/>
            <a:ext cx="826560" cy="82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body"/>
          </p:nvPr>
        </p:nvSpPr>
        <p:spPr>
          <a:xfrm>
            <a:off x="3210120" y="1481760"/>
            <a:ext cx="826560" cy="82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7"/>
          <p:cNvSpPr>
            <a:spLocks noGrp="1"/>
          </p:cNvSpPr>
          <p:nvPr>
            <p:ph type="body"/>
          </p:nvPr>
        </p:nvSpPr>
        <p:spPr>
          <a:xfrm>
            <a:off x="4734000" y="1481760"/>
            <a:ext cx="826560" cy="82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8"/>
          <p:cNvSpPr>
            <a:spLocks noGrp="1"/>
          </p:cNvSpPr>
          <p:nvPr>
            <p:ph type="body"/>
          </p:nvPr>
        </p:nvSpPr>
        <p:spPr>
          <a:xfrm>
            <a:off x="6257880" y="1481760"/>
            <a:ext cx="826560" cy="82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9"/>
          <p:cNvSpPr>
            <a:spLocks noGrp="1"/>
          </p:cNvSpPr>
          <p:nvPr>
            <p:ph type="body"/>
          </p:nvPr>
        </p:nvSpPr>
        <p:spPr>
          <a:xfrm>
            <a:off x="1691640" y="2986920"/>
            <a:ext cx="1186200" cy="20055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10"/>
          <p:cNvSpPr>
            <a:spLocks noGrp="1"/>
          </p:cNvSpPr>
          <p:nvPr>
            <p:ph type="body"/>
          </p:nvPr>
        </p:nvSpPr>
        <p:spPr>
          <a:xfrm>
            <a:off x="3215880" y="2986920"/>
            <a:ext cx="1186200" cy="20055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1"/>
          <p:cNvSpPr>
            <a:spLocks noGrp="1"/>
          </p:cNvSpPr>
          <p:nvPr>
            <p:ph type="body"/>
          </p:nvPr>
        </p:nvSpPr>
        <p:spPr>
          <a:xfrm>
            <a:off x="4739760" y="2986920"/>
            <a:ext cx="1186200" cy="20055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2"/>
          <p:cNvSpPr>
            <a:spLocks noGrp="1"/>
          </p:cNvSpPr>
          <p:nvPr>
            <p:ph type="body"/>
          </p:nvPr>
        </p:nvSpPr>
        <p:spPr>
          <a:xfrm>
            <a:off x="6263640" y="2986920"/>
            <a:ext cx="1186200" cy="20055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503;p45"/>
          <p:cNvSpPr/>
          <p:nvPr/>
        </p:nvSpPr>
        <p:spPr>
          <a:xfrm>
            <a:off x="7620120" y="1226520"/>
            <a:ext cx="1521720" cy="3915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13"/>
          <p:cNvSpPr>
            <a:spLocks noGrp="1"/>
          </p:cNvSpPr>
          <p:nvPr>
            <p:ph type="body"/>
          </p:nvPr>
        </p:nvSpPr>
        <p:spPr>
          <a:xfrm>
            <a:off x="7782120" y="1481760"/>
            <a:ext cx="826560" cy="82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4"/>
          <p:cNvSpPr>
            <a:spLocks noGrp="1"/>
          </p:cNvSpPr>
          <p:nvPr>
            <p:ph type="body"/>
          </p:nvPr>
        </p:nvSpPr>
        <p:spPr>
          <a:xfrm>
            <a:off x="7787880" y="2986920"/>
            <a:ext cx="1186200" cy="20055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605960" y="335160"/>
            <a:ext cx="75358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55000" lnSpcReduction="1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1605960" y="1087920"/>
            <a:ext cx="7535880" cy="2377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7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FD70C257-3AF2-4A89-AF16-1C62A9AC4E37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429680" y="342900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Num" idx="8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671423F5-526F-442E-8240-8E61AC5B3BA3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73080" y="340560"/>
            <a:ext cx="895176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512;p46"/>
          <p:cNvSpPr/>
          <p:nvPr/>
        </p:nvSpPr>
        <p:spPr>
          <a:xfrm>
            <a:off x="0" y="1226520"/>
            <a:ext cx="3045960" cy="39150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513;p46"/>
          <p:cNvSpPr/>
          <p:nvPr/>
        </p:nvSpPr>
        <p:spPr>
          <a:xfrm>
            <a:off x="3048120" y="1226520"/>
            <a:ext cx="3045960" cy="39150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514;p46"/>
          <p:cNvSpPr/>
          <p:nvPr/>
        </p:nvSpPr>
        <p:spPr>
          <a:xfrm>
            <a:off x="6096240" y="1226520"/>
            <a:ext cx="3045960" cy="3915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183960" y="1481760"/>
            <a:ext cx="992160" cy="99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3242520" y="1481760"/>
            <a:ext cx="992160" cy="99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6290640" y="1481760"/>
            <a:ext cx="992160" cy="99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body"/>
          </p:nvPr>
        </p:nvSpPr>
        <p:spPr>
          <a:xfrm>
            <a:off x="205560" y="3291840"/>
            <a:ext cx="2579760" cy="1580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 type="body"/>
          </p:nvPr>
        </p:nvSpPr>
        <p:spPr>
          <a:xfrm>
            <a:off x="3254040" y="3291840"/>
            <a:ext cx="2579760" cy="1580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8"/>
          <p:cNvSpPr>
            <a:spLocks noGrp="1"/>
          </p:cNvSpPr>
          <p:nvPr>
            <p:ph type="body"/>
          </p:nvPr>
        </p:nvSpPr>
        <p:spPr>
          <a:xfrm>
            <a:off x="6298920" y="3291840"/>
            <a:ext cx="2579760" cy="15800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Num" idx="9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lt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lt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46AC3AD5-56E6-47FE-AE2C-3B6E8E32D5AA}" type="slidenum">
              <a:rPr lang="en" sz="900" b="0" u="none" strike="noStrike">
                <a:solidFill>
                  <a:schemeClr val="lt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title"/>
          </p:nvPr>
        </p:nvSpPr>
        <p:spPr>
          <a:xfrm>
            <a:off x="73080" y="340560"/>
            <a:ext cx="895176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235760" y="3600720"/>
            <a:ext cx="2492640" cy="1540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5748120" y="1121760"/>
            <a:ext cx="3393720" cy="2476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body"/>
          </p:nvPr>
        </p:nvSpPr>
        <p:spPr>
          <a:xfrm>
            <a:off x="5751720" y="1419480"/>
            <a:ext cx="2232720" cy="82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3516840" y="1419480"/>
            <a:ext cx="2232720" cy="82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1282320" y="1419480"/>
            <a:ext cx="2232720" cy="82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sldNum" idx="10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307B1BA9-CD60-45AB-AE5D-897CE3DC6326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title"/>
          </p:nvPr>
        </p:nvSpPr>
        <p:spPr>
          <a:xfrm>
            <a:off x="73080" y="340560"/>
            <a:ext cx="895176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540;p48"/>
          <p:cNvSpPr/>
          <p:nvPr/>
        </p:nvSpPr>
        <p:spPr>
          <a:xfrm>
            <a:off x="1282320" y="2243880"/>
            <a:ext cx="2232720" cy="2461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541;p48"/>
          <p:cNvSpPr/>
          <p:nvPr/>
        </p:nvSpPr>
        <p:spPr>
          <a:xfrm>
            <a:off x="3516840" y="2243880"/>
            <a:ext cx="2232720" cy="2461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542;p48"/>
          <p:cNvSpPr/>
          <p:nvPr/>
        </p:nvSpPr>
        <p:spPr>
          <a:xfrm>
            <a:off x="5751720" y="2243880"/>
            <a:ext cx="2232720" cy="2461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Num" idx="11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D122B16B-6394-4671-8F59-BD74DF2B0416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title"/>
          </p:nvPr>
        </p:nvSpPr>
        <p:spPr>
          <a:xfrm>
            <a:off x="73080" y="335160"/>
            <a:ext cx="44467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5172480" y="349920"/>
            <a:ext cx="3719520" cy="7048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Num" idx="12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4A8F9A27-1582-4A0E-B9A9-DA94F7E56C4E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73080" y="340560"/>
            <a:ext cx="37450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0" y="2771280"/>
            <a:ext cx="2822760" cy="1883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2824920" y="2015640"/>
            <a:ext cx="2891520" cy="1928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body"/>
          </p:nvPr>
        </p:nvSpPr>
        <p:spPr>
          <a:xfrm>
            <a:off x="5718600" y="2610720"/>
            <a:ext cx="2959200" cy="1971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6"/>
          <p:cNvSpPr>
            <a:spLocks noGrp="1"/>
          </p:cNvSpPr>
          <p:nvPr>
            <p:ph type="body"/>
          </p:nvPr>
        </p:nvSpPr>
        <p:spPr>
          <a:xfrm>
            <a:off x="5718600" y="0"/>
            <a:ext cx="3423240" cy="2243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7"/>
          <p:cNvSpPr>
            <a:spLocks noGrp="1"/>
          </p:cNvSpPr>
          <p:nvPr>
            <p:ph type="body"/>
          </p:nvPr>
        </p:nvSpPr>
        <p:spPr>
          <a:xfrm>
            <a:off x="3820320" y="0"/>
            <a:ext cx="1896120" cy="126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8"/>
          <p:cNvSpPr>
            <a:spLocks noGrp="1"/>
          </p:cNvSpPr>
          <p:nvPr>
            <p:ph type="body"/>
          </p:nvPr>
        </p:nvSpPr>
        <p:spPr>
          <a:xfrm>
            <a:off x="1768320" y="1006920"/>
            <a:ext cx="1054800" cy="100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body"/>
          </p:nvPr>
        </p:nvSpPr>
        <p:spPr>
          <a:xfrm>
            <a:off x="311760" y="444960"/>
            <a:ext cx="8518320" cy="421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78B03088-D5D8-4561-926D-FC1AE6717750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Num" idx="14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2F6DA286-E3D4-4C46-9943-C0AB3AF49587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title"/>
          </p:nvPr>
        </p:nvSpPr>
        <p:spPr>
          <a:xfrm>
            <a:off x="1605960" y="1164240"/>
            <a:ext cx="7535880" cy="2377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1611000" y="3460680"/>
            <a:ext cx="4128840" cy="1680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6455160" y="0"/>
            <a:ext cx="2686680" cy="3678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Num" idx="15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lt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lt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AD56B639-10DB-4EB9-9CAF-A2D1F4EA98F0}" type="slidenum">
              <a:rPr lang="en" sz="900" b="0" u="none" strike="noStrike">
                <a:solidFill>
                  <a:schemeClr val="lt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title"/>
          </p:nvPr>
        </p:nvSpPr>
        <p:spPr>
          <a:xfrm>
            <a:off x="73080" y="335160"/>
            <a:ext cx="888264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7" name="Google Shape;299;p32"/>
          <p:cNvCxnSpPr/>
          <p:nvPr/>
        </p:nvCxnSpPr>
        <p:spPr>
          <a:xfrm>
            <a:off x="234720" y="1193400"/>
            <a:ext cx="2160" cy="369360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138" name="Google Shape;300;p32"/>
          <p:cNvCxnSpPr/>
          <p:nvPr/>
        </p:nvCxnSpPr>
        <p:spPr>
          <a:xfrm>
            <a:off x="1473840" y="1193400"/>
            <a:ext cx="2160" cy="369360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139" name="Google Shape;301;p32"/>
          <p:cNvCxnSpPr/>
          <p:nvPr/>
        </p:nvCxnSpPr>
        <p:spPr>
          <a:xfrm>
            <a:off x="2712960" y="1193400"/>
            <a:ext cx="2160" cy="369360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140" name="Google Shape;302;p32"/>
          <p:cNvCxnSpPr/>
          <p:nvPr/>
        </p:nvCxnSpPr>
        <p:spPr>
          <a:xfrm>
            <a:off x="3952080" y="1193400"/>
            <a:ext cx="2160" cy="369360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141" name="Google Shape;303;p32"/>
          <p:cNvCxnSpPr/>
          <p:nvPr/>
        </p:nvCxnSpPr>
        <p:spPr>
          <a:xfrm>
            <a:off x="5191560" y="1193400"/>
            <a:ext cx="2160" cy="369360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142" name="Google Shape;304;p32"/>
          <p:cNvCxnSpPr/>
          <p:nvPr/>
        </p:nvCxnSpPr>
        <p:spPr>
          <a:xfrm>
            <a:off x="6430680" y="1193400"/>
            <a:ext cx="2160" cy="369360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143" name="Google Shape;305;p32"/>
          <p:cNvCxnSpPr/>
          <p:nvPr/>
        </p:nvCxnSpPr>
        <p:spPr>
          <a:xfrm>
            <a:off x="7669800" y="1193400"/>
            <a:ext cx="2160" cy="369360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144" name="Google Shape;306;p32"/>
          <p:cNvCxnSpPr/>
          <p:nvPr/>
        </p:nvCxnSpPr>
        <p:spPr>
          <a:xfrm>
            <a:off x="8908920" y="1193400"/>
            <a:ext cx="2160" cy="369360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5172480" y="349920"/>
            <a:ext cx="3719520" cy="7048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320" cy="57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0000" lnSpcReduction="1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ldNum" idx="16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2C20B781-531B-4043-A316-9C7A04A7DBB4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5840" cy="753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5840" cy="3177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7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FB74FA5C-ADCC-4A71-8D25-732789238EC4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5520" cy="408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0A14055B-35E3-4FEC-B4FF-255F44F30F04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36;p9"/>
          <p:cNvSpPr/>
          <p:nvPr/>
        </p:nvSpPr>
        <p:spPr>
          <a:xfrm>
            <a:off x="4572000" y="0"/>
            <a:ext cx="4569840" cy="51415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3160" cy="148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4720" cy="369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23C1D6F3-32FA-4344-AEF6-693E46D9E538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8320" cy="2050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sldNum" idx="20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37BDD38D-04A3-4D90-9E29-55DF8F713F96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320" cy="57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0000" lnSpcReduction="1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471920" cy="3414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4992120" y="1152720"/>
            <a:ext cx="3838320" cy="3414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sldNum" idx="21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0BA96F17-4185-48BC-96EE-F418A4CE2FB3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394;p38"/>
          <p:cNvSpPr/>
          <p:nvPr/>
        </p:nvSpPr>
        <p:spPr>
          <a:xfrm>
            <a:off x="4572000" y="0"/>
            <a:ext cx="4569840" cy="12319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395;p38"/>
          <p:cNvSpPr/>
          <p:nvPr/>
        </p:nvSpPr>
        <p:spPr>
          <a:xfrm>
            <a:off x="0" y="0"/>
            <a:ext cx="4569840" cy="352908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396;p38"/>
          <p:cNvSpPr/>
          <p:nvPr/>
        </p:nvSpPr>
        <p:spPr>
          <a:xfrm>
            <a:off x="4572000" y="1234080"/>
            <a:ext cx="4569840" cy="390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sldNum" idx="22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726B1452-1F0D-4D70-897D-C4600C0284BF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title"/>
          </p:nvPr>
        </p:nvSpPr>
        <p:spPr>
          <a:xfrm>
            <a:off x="73080" y="335160"/>
            <a:ext cx="44467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201960" y="1328400"/>
            <a:ext cx="2886480" cy="18514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402;p38"/>
          <p:cNvSpPr/>
          <p:nvPr/>
        </p:nvSpPr>
        <p:spPr>
          <a:xfrm>
            <a:off x="0" y="3531240"/>
            <a:ext cx="4569840" cy="1609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title"/>
          </p:nvPr>
        </p:nvSpPr>
        <p:spPr>
          <a:xfrm>
            <a:off x="1800" y="3706560"/>
            <a:ext cx="456984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9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5"/>
          <p:cNvSpPr>
            <a:spLocks noGrp="1"/>
          </p:cNvSpPr>
          <p:nvPr>
            <p:ph type="title"/>
          </p:nvPr>
        </p:nvSpPr>
        <p:spPr>
          <a:xfrm>
            <a:off x="4572000" y="1410840"/>
            <a:ext cx="456984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9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6520" cy="603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sldNum" idx="23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FB7D30E7-28A8-4FB2-A5E9-D76AA4667172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Num" idx="24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B1B64A11-8F2D-4884-B456-12FE6D1C1C72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title"/>
          </p:nvPr>
        </p:nvSpPr>
        <p:spPr>
          <a:xfrm>
            <a:off x="483120" y="450000"/>
            <a:ext cx="8182440" cy="756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483120" y="2237760"/>
            <a:ext cx="3617640" cy="23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body"/>
          </p:nvPr>
        </p:nvSpPr>
        <p:spPr>
          <a:xfrm>
            <a:off x="5047920" y="2237760"/>
            <a:ext cx="3617640" cy="23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8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81F5A3E8-DD3B-4945-A16A-F22D66CAF72C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483120" y="2417400"/>
            <a:ext cx="2453400" cy="23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3347640" y="2417400"/>
            <a:ext cx="2453400" cy="23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8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body"/>
          </p:nvPr>
        </p:nvSpPr>
        <p:spPr>
          <a:xfrm>
            <a:off x="6212160" y="2417400"/>
            <a:ext cx="2453400" cy="23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98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 type="title"/>
          </p:nvPr>
        </p:nvSpPr>
        <p:spPr>
          <a:xfrm>
            <a:off x="483120" y="450000"/>
            <a:ext cx="8182440" cy="756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BC7B304E-16E0-405B-A05F-DBF8C24CF4EF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366840" y="1758960"/>
            <a:ext cx="3836520" cy="1136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938840" y="1758960"/>
            <a:ext cx="3836520" cy="1136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366840" y="3648600"/>
            <a:ext cx="3836520" cy="1136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body"/>
          </p:nvPr>
        </p:nvSpPr>
        <p:spPr>
          <a:xfrm>
            <a:off x="4938840" y="3648600"/>
            <a:ext cx="3836520" cy="1136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6"/>
          <p:cNvSpPr>
            <a:spLocks noGrp="1"/>
          </p:cNvSpPr>
          <p:nvPr>
            <p:ph type="title"/>
          </p:nvPr>
        </p:nvSpPr>
        <p:spPr>
          <a:xfrm>
            <a:off x="366840" y="450000"/>
            <a:ext cx="8182440" cy="756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body"/>
          </p:nvPr>
        </p:nvSpPr>
        <p:spPr>
          <a:xfrm>
            <a:off x="311760" y="4080240"/>
            <a:ext cx="4025520" cy="92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4804920" y="1133280"/>
            <a:ext cx="4025520" cy="2390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311760" y="1133280"/>
            <a:ext cx="4025520" cy="2390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body"/>
          </p:nvPr>
        </p:nvSpPr>
        <p:spPr>
          <a:xfrm>
            <a:off x="4804920" y="4080240"/>
            <a:ext cx="4025520" cy="92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 type="sldNum" idx="27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6A2470F2-1009-46BE-AC45-73C17B7DA26F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320" cy="57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0000" lnSpcReduction="1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1832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sldNum" idx="28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B0EA5FA4-930A-4828-A326-05311D922EE8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320" cy="57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0000" lnSpcReduction="1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sldNum" idx="29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7488FDDA-1AB7-4631-8218-5079C0D0C72F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311760" y="1170360"/>
            <a:ext cx="8518320" cy="3490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Num" idx="30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2768B350-216F-4692-8A13-D4587C97CCEA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3389760" y="118800"/>
            <a:ext cx="1641600" cy="153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body"/>
          </p:nvPr>
        </p:nvSpPr>
        <p:spPr>
          <a:xfrm>
            <a:off x="5195880" y="118800"/>
            <a:ext cx="1641600" cy="153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body"/>
          </p:nvPr>
        </p:nvSpPr>
        <p:spPr>
          <a:xfrm>
            <a:off x="7002360" y="118800"/>
            <a:ext cx="1641600" cy="153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5"/>
          <p:cNvSpPr>
            <a:spLocks noGrp="1"/>
          </p:cNvSpPr>
          <p:nvPr>
            <p:ph type="body"/>
          </p:nvPr>
        </p:nvSpPr>
        <p:spPr>
          <a:xfrm>
            <a:off x="3389760" y="1804320"/>
            <a:ext cx="1641600" cy="153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6"/>
          <p:cNvSpPr>
            <a:spLocks noGrp="1"/>
          </p:cNvSpPr>
          <p:nvPr>
            <p:ph type="body"/>
          </p:nvPr>
        </p:nvSpPr>
        <p:spPr>
          <a:xfrm>
            <a:off x="5195880" y="1804320"/>
            <a:ext cx="1641600" cy="153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7"/>
          <p:cNvSpPr>
            <a:spLocks noGrp="1"/>
          </p:cNvSpPr>
          <p:nvPr>
            <p:ph type="body"/>
          </p:nvPr>
        </p:nvSpPr>
        <p:spPr>
          <a:xfrm>
            <a:off x="7002360" y="1804320"/>
            <a:ext cx="1641600" cy="153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8"/>
          <p:cNvSpPr>
            <a:spLocks noGrp="1"/>
          </p:cNvSpPr>
          <p:nvPr>
            <p:ph type="title"/>
          </p:nvPr>
        </p:nvSpPr>
        <p:spPr>
          <a:xfrm>
            <a:off x="351720" y="444960"/>
            <a:ext cx="2594520" cy="8961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9"/>
          <p:cNvSpPr>
            <a:spLocks noGrp="1"/>
          </p:cNvSpPr>
          <p:nvPr>
            <p:ph type="body"/>
          </p:nvPr>
        </p:nvSpPr>
        <p:spPr>
          <a:xfrm>
            <a:off x="3389760" y="3489480"/>
            <a:ext cx="1641600" cy="153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10"/>
          <p:cNvSpPr>
            <a:spLocks noGrp="1"/>
          </p:cNvSpPr>
          <p:nvPr>
            <p:ph type="body"/>
          </p:nvPr>
        </p:nvSpPr>
        <p:spPr>
          <a:xfrm>
            <a:off x="5195880" y="3489480"/>
            <a:ext cx="1641600" cy="153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11"/>
          <p:cNvSpPr>
            <a:spLocks noGrp="1"/>
          </p:cNvSpPr>
          <p:nvPr>
            <p:ph type="body"/>
          </p:nvPr>
        </p:nvSpPr>
        <p:spPr>
          <a:xfrm>
            <a:off x="7002360" y="3489480"/>
            <a:ext cx="1641600" cy="1532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1605960" y="335160"/>
            <a:ext cx="75358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55000" lnSpcReduction="1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sldNum" idx="31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6C116752-F6DC-4916-9ED3-D29CB5D25D2C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body"/>
          </p:nvPr>
        </p:nvSpPr>
        <p:spPr>
          <a:xfrm>
            <a:off x="0" y="2917440"/>
            <a:ext cx="2502360" cy="166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body"/>
          </p:nvPr>
        </p:nvSpPr>
        <p:spPr>
          <a:xfrm>
            <a:off x="6058080" y="636120"/>
            <a:ext cx="3084120" cy="2467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 type="body"/>
          </p:nvPr>
        </p:nvSpPr>
        <p:spPr>
          <a:xfrm>
            <a:off x="6058080" y="3998160"/>
            <a:ext cx="1143360" cy="114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6"/>
          <p:cNvSpPr>
            <a:spLocks noGrp="1"/>
          </p:cNvSpPr>
          <p:nvPr>
            <p:ph type="title"/>
          </p:nvPr>
        </p:nvSpPr>
        <p:spPr>
          <a:xfrm>
            <a:off x="1605960" y="1164240"/>
            <a:ext cx="7535880" cy="2377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body"/>
          </p:nvPr>
        </p:nvSpPr>
        <p:spPr>
          <a:xfrm>
            <a:off x="1746360" y="1569600"/>
            <a:ext cx="4284720" cy="18514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ldNum" idx="32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9F40FA24-FACA-4EA0-9C62-023CFAF2E613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0" y="2896200"/>
            <a:ext cx="1468440" cy="224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body"/>
          </p:nvPr>
        </p:nvSpPr>
        <p:spPr>
          <a:xfrm>
            <a:off x="7037640" y="712800"/>
            <a:ext cx="2104200" cy="270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5"/>
          <p:cNvSpPr>
            <a:spLocks noGrp="1"/>
          </p:cNvSpPr>
          <p:nvPr>
            <p:ph type="body"/>
          </p:nvPr>
        </p:nvSpPr>
        <p:spPr>
          <a:xfrm>
            <a:off x="5323320" y="3423240"/>
            <a:ext cx="1712520" cy="1712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6"/>
          <p:cNvSpPr>
            <a:spLocks noGrp="1"/>
          </p:cNvSpPr>
          <p:nvPr>
            <p:ph type="title"/>
          </p:nvPr>
        </p:nvSpPr>
        <p:spPr>
          <a:xfrm>
            <a:off x="1605960" y="335160"/>
            <a:ext cx="75358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1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body"/>
          </p:nvPr>
        </p:nvSpPr>
        <p:spPr>
          <a:xfrm>
            <a:off x="1746360" y="1206360"/>
            <a:ext cx="4119840" cy="2512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438960" y="1545480"/>
            <a:ext cx="2702880" cy="3590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body"/>
          </p:nvPr>
        </p:nvSpPr>
        <p:spPr>
          <a:xfrm>
            <a:off x="2871720" y="3720960"/>
            <a:ext cx="2897280" cy="1420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 type="title"/>
          </p:nvPr>
        </p:nvSpPr>
        <p:spPr>
          <a:xfrm>
            <a:off x="73080" y="335160"/>
            <a:ext cx="888264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5"/>
          <p:cNvSpPr>
            <a:spLocks noGrp="1"/>
          </p:cNvSpPr>
          <p:nvPr>
            <p:ph type="sldNum" idx="33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30A5FB10-E2FE-4423-9796-E69787F1F603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169;p27"/>
          <p:cNvSpPr/>
          <p:nvPr/>
        </p:nvSpPr>
        <p:spPr>
          <a:xfrm>
            <a:off x="228600" y="3148560"/>
            <a:ext cx="2787840" cy="1792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170;p27"/>
          <p:cNvSpPr/>
          <p:nvPr/>
        </p:nvSpPr>
        <p:spPr>
          <a:xfrm>
            <a:off x="3170520" y="3148560"/>
            <a:ext cx="2787840" cy="1792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171;p27"/>
          <p:cNvSpPr/>
          <p:nvPr/>
        </p:nvSpPr>
        <p:spPr>
          <a:xfrm>
            <a:off x="6112440" y="3148560"/>
            <a:ext cx="2787840" cy="1792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172;p27"/>
          <p:cNvSpPr/>
          <p:nvPr/>
        </p:nvSpPr>
        <p:spPr>
          <a:xfrm>
            <a:off x="6112440" y="1226520"/>
            <a:ext cx="2787840" cy="1792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173;p27"/>
          <p:cNvSpPr/>
          <p:nvPr/>
        </p:nvSpPr>
        <p:spPr>
          <a:xfrm>
            <a:off x="3170520" y="1226520"/>
            <a:ext cx="2787840" cy="17928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73080" y="335160"/>
            <a:ext cx="888264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sldNum" idx="34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6D3BAB30-66D7-4A4E-A321-C6A48132AFA9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Google Shape;178;p27"/>
          <p:cNvSpPr/>
          <p:nvPr/>
        </p:nvSpPr>
        <p:spPr>
          <a:xfrm>
            <a:off x="228600" y="1226520"/>
            <a:ext cx="2787840" cy="179280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321120" y="3774960"/>
            <a:ext cx="2603520" cy="116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body"/>
          </p:nvPr>
        </p:nvSpPr>
        <p:spPr>
          <a:xfrm>
            <a:off x="3262680" y="3774960"/>
            <a:ext cx="2603520" cy="116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 type="body"/>
          </p:nvPr>
        </p:nvSpPr>
        <p:spPr>
          <a:xfrm>
            <a:off x="6204240" y="3774960"/>
            <a:ext cx="2603520" cy="116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6"/>
          <p:cNvSpPr>
            <a:spLocks noGrp="1"/>
          </p:cNvSpPr>
          <p:nvPr>
            <p:ph type="body"/>
          </p:nvPr>
        </p:nvSpPr>
        <p:spPr>
          <a:xfrm>
            <a:off x="6204240" y="1847520"/>
            <a:ext cx="2603520" cy="116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7"/>
          <p:cNvSpPr>
            <a:spLocks noGrp="1"/>
          </p:cNvSpPr>
          <p:nvPr>
            <p:ph type="body"/>
          </p:nvPr>
        </p:nvSpPr>
        <p:spPr>
          <a:xfrm>
            <a:off x="3262680" y="1847520"/>
            <a:ext cx="2603520" cy="116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1605960" y="335160"/>
            <a:ext cx="75358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1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title"/>
          </p:nvPr>
        </p:nvSpPr>
        <p:spPr>
          <a:xfrm>
            <a:off x="1611000" y="1315440"/>
            <a:ext cx="6480720" cy="3825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F13789B1-CC71-43AD-8B10-58690CDD2F98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Num" idx="36"/>
          </p:nvPr>
        </p:nvSpPr>
        <p:spPr>
          <a:xfrm>
            <a:off x="306720" y="2160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1FBE967D-84CB-4C47-9FEC-DBF3EBBA8B03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Google Shape;192;p28"/>
          <p:cNvSpPr/>
          <p:nvPr/>
        </p:nvSpPr>
        <p:spPr>
          <a:xfrm>
            <a:off x="228600" y="21600"/>
            <a:ext cx="432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193;p28"/>
          <p:cNvSpPr/>
          <p:nvPr/>
        </p:nvSpPr>
        <p:spPr>
          <a:xfrm>
            <a:off x="1771200" y="21600"/>
            <a:ext cx="31791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194;p28"/>
          <p:cNvSpPr/>
          <p:nvPr/>
        </p:nvSpPr>
        <p:spPr>
          <a:xfrm>
            <a:off x="7961400" y="21600"/>
            <a:ext cx="10447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09.14.20XX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Num" idx="37"/>
          </p:nvPr>
        </p:nvSpPr>
        <p:spPr>
          <a:xfrm>
            <a:off x="306720" y="2160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C84AED23-E87B-42B3-B95D-49CD2090F512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Google Shape;205;p29"/>
          <p:cNvSpPr/>
          <p:nvPr/>
        </p:nvSpPr>
        <p:spPr>
          <a:xfrm>
            <a:off x="228600" y="21600"/>
            <a:ext cx="432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Google Shape;206;p29"/>
          <p:cNvSpPr/>
          <p:nvPr/>
        </p:nvSpPr>
        <p:spPr>
          <a:xfrm>
            <a:off x="1771200" y="21600"/>
            <a:ext cx="31791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207;p29"/>
          <p:cNvSpPr/>
          <p:nvPr/>
        </p:nvSpPr>
        <p:spPr>
          <a:xfrm>
            <a:off x="7961400" y="21600"/>
            <a:ext cx="10447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09.14.20XX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title"/>
          </p:nvPr>
        </p:nvSpPr>
        <p:spPr>
          <a:xfrm>
            <a:off x="73080" y="335160"/>
            <a:ext cx="888264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8" name="Google Shape;209;p29"/>
          <p:cNvCxnSpPr/>
          <p:nvPr/>
        </p:nvCxnSpPr>
        <p:spPr>
          <a:xfrm>
            <a:off x="4515480" y="1368720"/>
            <a:ext cx="2160" cy="3427560"/>
          </a:xfrm>
          <a:prstGeom prst="straightConnector1">
            <a:avLst/>
          </a:prstGeom>
          <a:ln w="9360">
            <a:solidFill>
              <a:srgbClr val="D4C2AB"/>
            </a:solidFill>
            <a:round/>
          </a:ln>
        </p:spPr>
      </p:cxnSp>
      <p:cxnSp>
        <p:nvCxnSpPr>
          <p:cNvPr id="289" name="Google Shape;220;p29"/>
          <p:cNvCxnSpPr/>
          <p:nvPr/>
        </p:nvCxnSpPr>
        <p:spPr>
          <a:xfrm>
            <a:off x="199800" y="3089520"/>
            <a:ext cx="4084560" cy="2160"/>
          </a:xfrm>
          <a:prstGeom prst="straightConnector1">
            <a:avLst/>
          </a:prstGeom>
          <a:ln w="19080">
            <a:solidFill>
              <a:srgbClr val="D4C2AB"/>
            </a:solidFill>
            <a:round/>
          </a:ln>
        </p:spPr>
      </p:cxnSp>
      <p:cxnSp>
        <p:nvCxnSpPr>
          <p:cNvPr id="290" name="Google Shape;221;p29"/>
          <p:cNvCxnSpPr/>
          <p:nvPr/>
        </p:nvCxnSpPr>
        <p:spPr>
          <a:xfrm>
            <a:off x="4786200" y="4282560"/>
            <a:ext cx="4084560" cy="2160"/>
          </a:xfrm>
          <a:prstGeom prst="straightConnector1">
            <a:avLst/>
          </a:prstGeom>
          <a:ln w="19080">
            <a:solidFill>
              <a:srgbClr val="D4C2AB"/>
            </a:solidFill>
            <a:round/>
          </a:ln>
        </p:spPr>
      </p:cxn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body"/>
          </p:nvPr>
        </p:nvSpPr>
        <p:spPr>
          <a:xfrm>
            <a:off x="212400" y="1023480"/>
            <a:ext cx="3558240" cy="9874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3" name="Google Shape;227;p30"/>
          <p:cNvCxnSpPr/>
          <p:nvPr/>
        </p:nvCxnSpPr>
        <p:spPr>
          <a:xfrm>
            <a:off x="226800" y="4635000"/>
            <a:ext cx="3428280" cy="216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294" name="Google Shape;228;p30"/>
          <p:cNvCxnSpPr/>
          <p:nvPr/>
        </p:nvCxnSpPr>
        <p:spPr>
          <a:xfrm>
            <a:off x="226800" y="4326840"/>
            <a:ext cx="3428280" cy="216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sp>
        <p:nvSpPr>
          <p:cNvPr id="295" name="Google Shape;229;p30"/>
          <p:cNvSpPr/>
          <p:nvPr/>
        </p:nvSpPr>
        <p:spPr>
          <a:xfrm>
            <a:off x="7308360" y="4181400"/>
            <a:ext cx="1604880" cy="7804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7308360" y="4314960"/>
            <a:ext cx="160488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232;p30"/>
          <p:cNvSpPr/>
          <p:nvPr/>
        </p:nvSpPr>
        <p:spPr>
          <a:xfrm>
            <a:off x="7308360" y="3325680"/>
            <a:ext cx="1604880" cy="7804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body"/>
          </p:nvPr>
        </p:nvSpPr>
        <p:spPr>
          <a:xfrm>
            <a:off x="7308360" y="3458880"/>
            <a:ext cx="160488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235;p30"/>
          <p:cNvSpPr/>
          <p:nvPr/>
        </p:nvSpPr>
        <p:spPr>
          <a:xfrm>
            <a:off x="3959280" y="4181400"/>
            <a:ext cx="1604880" cy="7804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body"/>
          </p:nvPr>
        </p:nvSpPr>
        <p:spPr>
          <a:xfrm>
            <a:off x="3959280" y="4314960"/>
            <a:ext cx="160488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Google Shape;237;p30"/>
          <p:cNvSpPr/>
          <p:nvPr/>
        </p:nvSpPr>
        <p:spPr>
          <a:xfrm>
            <a:off x="3959280" y="3325680"/>
            <a:ext cx="1604880" cy="780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 type="sldNum" idx="38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DFC1B3A1-69E6-42BA-90BF-D2D5103A4AA3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PlaceHolder 6"/>
          <p:cNvSpPr>
            <a:spLocks noGrp="1"/>
          </p:cNvSpPr>
          <p:nvPr>
            <p:ph type="title"/>
          </p:nvPr>
        </p:nvSpPr>
        <p:spPr>
          <a:xfrm>
            <a:off x="73080" y="335160"/>
            <a:ext cx="888264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4" name="Google Shape;243;p30"/>
          <p:cNvCxnSpPr/>
          <p:nvPr/>
        </p:nvCxnSpPr>
        <p:spPr>
          <a:xfrm>
            <a:off x="3952080" y="1193400"/>
            <a:ext cx="2160" cy="77184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305" name="Google Shape;244;p30"/>
          <p:cNvCxnSpPr/>
          <p:nvPr/>
        </p:nvCxnSpPr>
        <p:spPr>
          <a:xfrm>
            <a:off x="5070600" y="1193400"/>
            <a:ext cx="2160" cy="77184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306" name="Google Shape;245;p30"/>
          <p:cNvCxnSpPr/>
          <p:nvPr/>
        </p:nvCxnSpPr>
        <p:spPr>
          <a:xfrm>
            <a:off x="6189120" y="1193400"/>
            <a:ext cx="2160" cy="77184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307" name="Google Shape;246;p30"/>
          <p:cNvCxnSpPr/>
          <p:nvPr/>
        </p:nvCxnSpPr>
        <p:spPr>
          <a:xfrm>
            <a:off x="7307640" y="1193400"/>
            <a:ext cx="2160" cy="77184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308" name="Google Shape;247;p30"/>
          <p:cNvCxnSpPr/>
          <p:nvPr/>
        </p:nvCxnSpPr>
        <p:spPr>
          <a:xfrm>
            <a:off x="8426160" y="1193400"/>
            <a:ext cx="2160" cy="77184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309" name="Google Shape;248;p30"/>
          <p:cNvCxnSpPr/>
          <p:nvPr/>
        </p:nvCxnSpPr>
        <p:spPr>
          <a:xfrm>
            <a:off x="4511520" y="1193400"/>
            <a:ext cx="2160" cy="77184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310" name="Google Shape;249;p30"/>
          <p:cNvCxnSpPr/>
          <p:nvPr/>
        </p:nvCxnSpPr>
        <p:spPr>
          <a:xfrm>
            <a:off x="5630040" y="1193400"/>
            <a:ext cx="2160" cy="77184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311" name="Google Shape;250;p30"/>
          <p:cNvCxnSpPr/>
          <p:nvPr/>
        </p:nvCxnSpPr>
        <p:spPr>
          <a:xfrm>
            <a:off x="6748200" y="1193400"/>
            <a:ext cx="2160" cy="77184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312" name="Google Shape;251;p30"/>
          <p:cNvCxnSpPr/>
          <p:nvPr/>
        </p:nvCxnSpPr>
        <p:spPr>
          <a:xfrm>
            <a:off x="7866720" y="1193400"/>
            <a:ext cx="2160" cy="77184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313" name="Google Shape;252;p30"/>
          <p:cNvCxnSpPr/>
          <p:nvPr/>
        </p:nvCxnSpPr>
        <p:spPr>
          <a:xfrm>
            <a:off x="8985240" y="1193400"/>
            <a:ext cx="2160" cy="77184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314" name="Google Shape;253;p30"/>
          <p:cNvCxnSpPr/>
          <p:nvPr/>
        </p:nvCxnSpPr>
        <p:spPr>
          <a:xfrm>
            <a:off x="719280" y="4125240"/>
            <a:ext cx="2160" cy="84096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315" name="Google Shape;254;p30"/>
          <p:cNvCxnSpPr/>
          <p:nvPr/>
        </p:nvCxnSpPr>
        <p:spPr>
          <a:xfrm>
            <a:off x="1208520" y="4125240"/>
            <a:ext cx="2160" cy="84096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316" name="Google Shape;255;p30"/>
          <p:cNvCxnSpPr/>
          <p:nvPr/>
        </p:nvCxnSpPr>
        <p:spPr>
          <a:xfrm>
            <a:off x="1698120" y="4125240"/>
            <a:ext cx="2160" cy="84096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317" name="Google Shape;256;p30"/>
          <p:cNvCxnSpPr/>
          <p:nvPr/>
        </p:nvCxnSpPr>
        <p:spPr>
          <a:xfrm>
            <a:off x="2187360" y="4125240"/>
            <a:ext cx="2160" cy="84096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sp>
        <p:nvSpPr>
          <p:cNvPr id="318" name="Google Shape;257;p30"/>
          <p:cNvSpPr/>
          <p:nvPr/>
        </p:nvSpPr>
        <p:spPr>
          <a:xfrm>
            <a:off x="229680" y="4125600"/>
            <a:ext cx="3423600" cy="836640"/>
          </a:xfrm>
          <a:custGeom>
            <a:avLst/>
            <a:gdLst>
              <a:gd name="textAreaLeft" fmla="*/ 0 w 3423600"/>
              <a:gd name="textAreaRight" fmla="*/ 3425760 w 3423600"/>
              <a:gd name="textAreaTop" fmla="*/ 0 h 836640"/>
              <a:gd name="textAreaBottom" fmla="*/ 838800 h 836640"/>
            </a:gdLst>
            <a:ahLst/>
            <a:cxnLst/>
            <a:rect l="textAreaLeft" t="textAreaTop" r="textAreaRight" b="textAreaBottom"/>
            <a:pathLst>
              <a:path w="347018" h="148178">
                <a:moveTo>
                  <a:pt x="0" y="0"/>
                </a:moveTo>
                <a:lnTo>
                  <a:pt x="0" y="148178"/>
                </a:lnTo>
                <a:lnTo>
                  <a:pt x="347018" y="148178"/>
                </a:lnTo>
              </a:path>
            </a:pathLst>
          </a:custGeom>
          <a:noFill/>
          <a:ln w="9360">
            <a:solidFill>
              <a:srgbClr val="8174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9" name="Google Shape;258;p30"/>
          <p:cNvCxnSpPr/>
          <p:nvPr/>
        </p:nvCxnSpPr>
        <p:spPr>
          <a:xfrm>
            <a:off x="2676600" y="4125240"/>
            <a:ext cx="2160" cy="84096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cxnSp>
        <p:nvCxnSpPr>
          <p:cNvPr id="320" name="Google Shape;259;p30"/>
          <p:cNvCxnSpPr/>
          <p:nvPr/>
        </p:nvCxnSpPr>
        <p:spPr>
          <a:xfrm>
            <a:off x="3166200" y="4125240"/>
            <a:ext cx="2160" cy="840960"/>
          </a:xfrm>
          <a:prstGeom prst="straightConnector1">
            <a:avLst/>
          </a:prstGeom>
          <a:ln w="9360">
            <a:solidFill>
              <a:srgbClr val="D4D2D1"/>
            </a:solidFill>
            <a:round/>
          </a:ln>
        </p:spPr>
      </p:cxnSp>
      <p:sp>
        <p:nvSpPr>
          <p:cNvPr id="321" name="Google Shape;260;p30"/>
          <p:cNvSpPr/>
          <p:nvPr/>
        </p:nvSpPr>
        <p:spPr>
          <a:xfrm>
            <a:off x="5633640" y="3325680"/>
            <a:ext cx="1604880" cy="7804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7"/>
          <p:cNvSpPr>
            <a:spLocks noGrp="1"/>
          </p:cNvSpPr>
          <p:nvPr>
            <p:ph type="body"/>
          </p:nvPr>
        </p:nvSpPr>
        <p:spPr>
          <a:xfrm>
            <a:off x="5633640" y="3458880"/>
            <a:ext cx="160488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264;p30"/>
          <p:cNvSpPr/>
          <p:nvPr/>
        </p:nvSpPr>
        <p:spPr>
          <a:xfrm>
            <a:off x="5633640" y="4181400"/>
            <a:ext cx="1604880" cy="7804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8"/>
          <p:cNvSpPr>
            <a:spLocks noGrp="1"/>
          </p:cNvSpPr>
          <p:nvPr>
            <p:ph type="body"/>
          </p:nvPr>
        </p:nvSpPr>
        <p:spPr>
          <a:xfrm>
            <a:off x="5633640" y="4314960"/>
            <a:ext cx="160488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858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858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858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858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Num" idx="39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2D3F1045-B5E8-4CB0-A9FD-916766ECF86A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title"/>
          </p:nvPr>
        </p:nvSpPr>
        <p:spPr>
          <a:xfrm>
            <a:off x="73080" y="335160"/>
            <a:ext cx="44467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7" name="Google Shape;320;p33"/>
          <p:cNvGrpSpPr/>
          <p:nvPr/>
        </p:nvGrpSpPr>
        <p:grpSpPr>
          <a:xfrm>
            <a:off x="234000" y="1193400"/>
            <a:ext cx="8684640" cy="3702240"/>
            <a:chOff x="234000" y="1193400"/>
            <a:chExt cx="8684640" cy="3702240"/>
          </a:xfrm>
        </p:grpSpPr>
        <p:cxnSp>
          <p:nvCxnSpPr>
            <p:cNvPr id="328" name="Google Shape;321;p33"/>
            <p:cNvCxnSpPr/>
            <p:nvPr/>
          </p:nvCxnSpPr>
          <p:spPr>
            <a:xfrm>
              <a:off x="234000" y="4008240"/>
              <a:ext cx="8685000" cy="2160"/>
            </a:xfrm>
            <a:prstGeom prst="straightConnector1">
              <a:avLst/>
            </a:prstGeom>
            <a:ln w="9360">
              <a:solidFill>
                <a:srgbClr val="D4D2D1"/>
              </a:solidFill>
              <a:round/>
            </a:ln>
          </p:spPr>
        </p:cxnSp>
        <p:cxnSp>
          <p:nvCxnSpPr>
            <p:cNvPr id="329" name="Google Shape;322;p33"/>
            <p:cNvCxnSpPr/>
            <p:nvPr/>
          </p:nvCxnSpPr>
          <p:spPr>
            <a:xfrm>
              <a:off x="234000" y="3045240"/>
              <a:ext cx="8685000" cy="2160"/>
            </a:xfrm>
            <a:prstGeom prst="straightConnector1">
              <a:avLst/>
            </a:prstGeom>
            <a:ln w="9360">
              <a:solidFill>
                <a:srgbClr val="D4D2D1"/>
              </a:solidFill>
              <a:round/>
            </a:ln>
          </p:spPr>
        </p:cxnSp>
        <p:cxnSp>
          <p:nvCxnSpPr>
            <p:cNvPr id="330" name="Google Shape;323;p33"/>
            <p:cNvCxnSpPr/>
            <p:nvPr/>
          </p:nvCxnSpPr>
          <p:spPr>
            <a:xfrm>
              <a:off x="234000" y="2082600"/>
              <a:ext cx="8685000" cy="2160"/>
            </a:xfrm>
            <a:prstGeom prst="straightConnector1">
              <a:avLst/>
            </a:prstGeom>
            <a:ln w="9360">
              <a:solidFill>
                <a:srgbClr val="D4D2D1"/>
              </a:solidFill>
              <a:round/>
            </a:ln>
          </p:spPr>
        </p:cxnSp>
        <p:sp>
          <p:nvSpPr>
            <p:cNvPr id="331" name="Google Shape;324;p33"/>
            <p:cNvSpPr/>
            <p:nvPr/>
          </p:nvSpPr>
          <p:spPr>
            <a:xfrm>
              <a:off x="234360" y="1193400"/>
              <a:ext cx="8673120" cy="3702240"/>
            </a:xfrm>
            <a:custGeom>
              <a:avLst/>
              <a:gdLst>
                <a:gd name="textAreaLeft" fmla="*/ 0 w 8673120"/>
                <a:gd name="textAreaRight" fmla="*/ 8675280 w 8673120"/>
                <a:gd name="textAreaTop" fmla="*/ 0 h 3702240"/>
                <a:gd name="textAreaBottom" fmla="*/ 3704400 h 3702240"/>
              </a:gdLst>
              <a:ahLst/>
              <a:cxnLst/>
              <a:rect l="textAreaLeft" t="textAreaTop" r="textAreaRight" b="textAreaBottom"/>
              <a:pathLst>
                <a:path w="347018" h="148178">
                  <a:moveTo>
                    <a:pt x="0" y="0"/>
                  </a:moveTo>
                  <a:lnTo>
                    <a:pt x="0" y="148178"/>
                  </a:lnTo>
                  <a:lnTo>
                    <a:pt x="347018" y="148178"/>
                  </a:lnTo>
                </a:path>
              </a:pathLst>
            </a:custGeom>
            <a:noFill/>
            <a:ln w="9360">
              <a:solidFill>
                <a:srgbClr val="81746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2" name="PlaceHolder 3"/>
          <p:cNvSpPr>
            <a:spLocks noGrp="1"/>
          </p:cNvSpPr>
          <p:nvPr>
            <p:ph type="body"/>
          </p:nvPr>
        </p:nvSpPr>
        <p:spPr>
          <a:xfrm>
            <a:off x="5172480" y="349920"/>
            <a:ext cx="3719520" cy="7048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320" cy="57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0000" lnSpcReduction="1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8320" cy="3414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40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C7819558-DD3F-4759-AF61-A028B66B8274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73080" y="335160"/>
            <a:ext cx="888264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ldNum" idx="41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EF3FED58-BC6E-42D8-A1B7-83E552FE6FCB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body"/>
          </p:nvPr>
        </p:nvSpPr>
        <p:spPr>
          <a:xfrm>
            <a:off x="2730960" y="2300400"/>
            <a:ext cx="1673640" cy="2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4"/>
          <p:cNvSpPr>
            <a:spLocks noGrp="1"/>
          </p:cNvSpPr>
          <p:nvPr>
            <p:ph type="body"/>
          </p:nvPr>
        </p:nvSpPr>
        <p:spPr>
          <a:xfrm>
            <a:off x="2730960" y="3355920"/>
            <a:ext cx="1673640" cy="2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5"/>
          <p:cNvSpPr>
            <a:spLocks noGrp="1"/>
          </p:cNvSpPr>
          <p:nvPr>
            <p:ph type="body"/>
          </p:nvPr>
        </p:nvSpPr>
        <p:spPr>
          <a:xfrm>
            <a:off x="2730960" y="4411440"/>
            <a:ext cx="1673640" cy="2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6"/>
          <p:cNvSpPr>
            <a:spLocks noGrp="1"/>
          </p:cNvSpPr>
          <p:nvPr>
            <p:ph type="body"/>
          </p:nvPr>
        </p:nvSpPr>
        <p:spPr>
          <a:xfrm>
            <a:off x="7160400" y="2300400"/>
            <a:ext cx="1673640" cy="2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7"/>
          <p:cNvSpPr>
            <a:spLocks noGrp="1"/>
          </p:cNvSpPr>
          <p:nvPr>
            <p:ph type="body"/>
          </p:nvPr>
        </p:nvSpPr>
        <p:spPr>
          <a:xfrm>
            <a:off x="7160400" y="3355920"/>
            <a:ext cx="1673640" cy="2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8"/>
          <p:cNvSpPr>
            <a:spLocks noGrp="1"/>
          </p:cNvSpPr>
          <p:nvPr>
            <p:ph type="body"/>
          </p:nvPr>
        </p:nvSpPr>
        <p:spPr>
          <a:xfrm>
            <a:off x="7160400" y="4411440"/>
            <a:ext cx="1673640" cy="2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53;p35"/>
          <p:cNvSpPr/>
          <p:nvPr/>
        </p:nvSpPr>
        <p:spPr>
          <a:xfrm>
            <a:off x="7222320" y="4866840"/>
            <a:ext cx="16761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7240" tIns="57240" rIns="57240" bIns="57240" anchor="t">
            <a:noAutofit/>
          </a:bodyPr>
          <a:p>
            <a:pPr>
              <a:lnSpc>
                <a:spcPct val="140000"/>
              </a:lnSpc>
              <a:tabLst>
                <a:tab pos="0" algn="l"/>
              </a:tabLst>
            </a:pPr>
            <a:r>
              <a:rPr lang="en" sz="500" b="0" u="none" strike="noStrike">
                <a:solidFill>
                  <a:schemeClr val="dk2"/>
                </a:solidFill>
                <a:effectLst/>
                <a:uFillTx/>
                <a:latin typeface="Familjen Grotesk Medium"/>
                <a:ea typeface="Familjen Grotesk Medium"/>
              </a:rPr>
              <a:t>Google_logo </a:t>
            </a:r>
            <a:r>
              <a:rPr lang="en" sz="400" b="0" u="none" strike="noStrike">
                <a:solidFill>
                  <a:schemeClr val="dk2"/>
                </a:solidFill>
                <a:effectLst/>
                <a:uFillTx/>
                <a:latin typeface="Familjen Grotesk Medium"/>
                <a:ea typeface="Familjen Grotesk Medium"/>
              </a:rPr>
              <a:t> 2021   </a:t>
            </a:r>
            <a:r>
              <a:rPr lang="en" sz="400" b="0" u="none" strike="noStrike">
                <a:solidFill>
                  <a:schemeClr val="dk2"/>
                </a:solidFill>
                <a:effectLst/>
                <a:uFillTx/>
                <a:latin typeface="Familjen Grotesk"/>
                <a:ea typeface="Familjen Grotesk"/>
              </a:rPr>
              <a:t> |    </a:t>
            </a:r>
            <a:r>
              <a:rPr lang="en" sz="400" b="0" u="none" strike="noStrike">
                <a:solidFill>
                  <a:schemeClr val="dk2"/>
                </a:solidFill>
                <a:effectLst/>
                <a:uFillTx/>
                <a:latin typeface="Familjen Grotesk Medium"/>
                <a:ea typeface="Familjen Grotesk Medium"/>
              </a:rPr>
              <a:t>Confidential and Proprietary  pg. </a:t>
            </a:r>
            <a:fld id="{9F33B7A3-82DC-428C-9AF2-1666FCD35C24}" type="slidenum">
              <a:rPr lang="en" sz="400" b="0" u="none" strike="noStrike">
                <a:solidFill>
                  <a:schemeClr val="dk2"/>
                </a:solidFill>
                <a:effectLst/>
                <a:uFillTx/>
                <a:latin typeface="Familjen Grotesk Medium"/>
                <a:ea typeface="Familjen Grotesk Medium"/>
              </a:rPr>
              <a:t>&lt;number&gt;</a:t>
            </a:fld>
            <a:endParaRPr lang="en-US" sz="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1"/>
          <p:cNvSpPr>
            <a:spLocks noGrp="1"/>
          </p:cNvSpPr>
          <p:nvPr>
            <p:ph type="sldNum" idx="42"/>
          </p:nvPr>
        </p:nvSpPr>
        <p:spPr>
          <a:xfrm>
            <a:off x="8556840" y="4749840"/>
            <a:ext cx="546480" cy="38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13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C3B9631A-7944-483B-82B5-1B7631EE535C}" type="slidenum">
              <a:rPr lang="en" sz="13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&lt;number&gt;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sldNum" idx="43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FBCEDCAB-F27D-454B-A709-65EE036890EC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title"/>
          </p:nvPr>
        </p:nvSpPr>
        <p:spPr>
          <a:xfrm>
            <a:off x="73080" y="335160"/>
            <a:ext cx="44467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4"/>
          <p:cNvSpPr>
            <a:spLocks noGrp="1"/>
          </p:cNvSpPr>
          <p:nvPr>
            <p:ph type="body"/>
          </p:nvPr>
        </p:nvSpPr>
        <p:spPr>
          <a:xfrm>
            <a:off x="5172480" y="349920"/>
            <a:ext cx="3719520" cy="7048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18320" cy="1961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ctr">
              <a:lnSpc>
                <a:spcPct val="80000"/>
              </a:lnSpc>
              <a:buNone/>
              <a:tabLst>
                <a:tab pos="0" algn="l"/>
              </a:tabLst>
              <a:defRPr lang="en-US" sz="120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ct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120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xx%</a:t>
            </a:r>
            <a:endParaRPr lang="en-US" sz="12000" b="0" u="none" strike="noStrike">
              <a:solidFill>
                <a:schemeClr val="dk1"/>
              </a:solidFill>
              <a:effectLst/>
              <a:uFillTx/>
              <a:latin typeface="Familjen Grotesk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18320" cy="129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44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2800878C-35ED-4FA9-9A5D-7C955EF9FF5A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Num" idx="45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CAF25357-760F-4091-8E64-C5F5EAB040A9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 type="title"/>
          </p:nvPr>
        </p:nvSpPr>
        <p:spPr>
          <a:xfrm>
            <a:off x="73080" y="335160"/>
            <a:ext cx="44467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68;p36"/>
          <p:cNvGrpSpPr/>
          <p:nvPr/>
        </p:nvGrpSpPr>
        <p:grpSpPr>
          <a:xfrm>
            <a:off x="234000" y="1193400"/>
            <a:ext cx="8684640" cy="3706200"/>
            <a:chOff x="234000" y="1193400"/>
            <a:chExt cx="8684640" cy="3706200"/>
          </a:xfrm>
        </p:grpSpPr>
        <p:cxnSp>
          <p:nvCxnSpPr>
            <p:cNvPr id="355" name="Google Shape;369;p36"/>
            <p:cNvCxnSpPr/>
            <p:nvPr/>
          </p:nvCxnSpPr>
          <p:spPr>
            <a:xfrm>
              <a:off x="234000" y="4008240"/>
              <a:ext cx="8685000" cy="2160"/>
            </a:xfrm>
            <a:prstGeom prst="straightConnector1">
              <a:avLst/>
            </a:prstGeom>
            <a:ln w="9360">
              <a:solidFill>
                <a:srgbClr val="D4D2D1"/>
              </a:solidFill>
              <a:round/>
            </a:ln>
          </p:spPr>
        </p:cxnSp>
        <p:cxnSp>
          <p:nvCxnSpPr>
            <p:cNvPr id="356" name="Google Shape;370;p36"/>
            <p:cNvCxnSpPr/>
            <p:nvPr/>
          </p:nvCxnSpPr>
          <p:spPr>
            <a:xfrm>
              <a:off x="234000" y="3045240"/>
              <a:ext cx="8685000" cy="2160"/>
            </a:xfrm>
            <a:prstGeom prst="straightConnector1">
              <a:avLst/>
            </a:prstGeom>
            <a:ln w="9360">
              <a:solidFill>
                <a:srgbClr val="D4D2D1"/>
              </a:solidFill>
              <a:round/>
            </a:ln>
          </p:spPr>
        </p:cxnSp>
        <p:cxnSp>
          <p:nvCxnSpPr>
            <p:cNvPr id="357" name="Google Shape;371;p36"/>
            <p:cNvCxnSpPr/>
            <p:nvPr/>
          </p:nvCxnSpPr>
          <p:spPr>
            <a:xfrm>
              <a:off x="234000" y="2082600"/>
              <a:ext cx="8685000" cy="2160"/>
            </a:xfrm>
            <a:prstGeom prst="straightConnector1">
              <a:avLst/>
            </a:prstGeom>
            <a:ln w="9360">
              <a:solidFill>
                <a:srgbClr val="D4D2D1"/>
              </a:solidFill>
              <a:round/>
            </a:ln>
          </p:spPr>
        </p:cxnSp>
        <p:cxnSp>
          <p:nvCxnSpPr>
            <p:cNvPr id="358" name="Google Shape;372;p36"/>
            <p:cNvCxnSpPr/>
            <p:nvPr/>
          </p:nvCxnSpPr>
          <p:spPr>
            <a:xfrm>
              <a:off x="1473840" y="1193400"/>
              <a:ext cx="2160" cy="3706560"/>
            </a:xfrm>
            <a:prstGeom prst="straightConnector1">
              <a:avLst/>
            </a:prstGeom>
            <a:ln w="9360">
              <a:solidFill>
                <a:srgbClr val="D4D2D1"/>
              </a:solidFill>
              <a:round/>
            </a:ln>
          </p:spPr>
        </p:cxnSp>
        <p:cxnSp>
          <p:nvCxnSpPr>
            <p:cNvPr id="359" name="Google Shape;373;p36"/>
            <p:cNvCxnSpPr/>
            <p:nvPr/>
          </p:nvCxnSpPr>
          <p:spPr>
            <a:xfrm>
              <a:off x="2712960" y="1193400"/>
              <a:ext cx="2160" cy="3706560"/>
            </a:xfrm>
            <a:prstGeom prst="straightConnector1">
              <a:avLst/>
            </a:prstGeom>
            <a:ln w="9360">
              <a:solidFill>
                <a:srgbClr val="D4D2D1"/>
              </a:solidFill>
              <a:round/>
            </a:ln>
          </p:spPr>
        </p:cxnSp>
        <p:cxnSp>
          <p:nvCxnSpPr>
            <p:cNvPr id="360" name="Google Shape;374;p36"/>
            <p:cNvCxnSpPr/>
            <p:nvPr/>
          </p:nvCxnSpPr>
          <p:spPr>
            <a:xfrm>
              <a:off x="3952080" y="1193400"/>
              <a:ext cx="2160" cy="3706560"/>
            </a:xfrm>
            <a:prstGeom prst="straightConnector1">
              <a:avLst/>
            </a:prstGeom>
            <a:ln w="9360">
              <a:solidFill>
                <a:srgbClr val="D4D2D1"/>
              </a:solidFill>
              <a:round/>
            </a:ln>
          </p:spPr>
        </p:cxnSp>
        <p:cxnSp>
          <p:nvCxnSpPr>
            <p:cNvPr id="361" name="Google Shape;375;p36"/>
            <p:cNvCxnSpPr/>
            <p:nvPr/>
          </p:nvCxnSpPr>
          <p:spPr>
            <a:xfrm>
              <a:off x="5191560" y="1193400"/>
              <a:ext cx="2160" cy="3706560"/>
            </a:xfrm>
            <a:prstGeom prst="straightConnector1">
              <a:avLst/>
            </a:prstGeom>
            <a:ln w="9360">
              <a:solidFill>
                <a:srgbClr val="D4D2D1"/>
              </a:solidFill>
              <a:round/>
            </a:ln>
          </p:spPr>
        </p:cxnSp>
        <p:cxnSp>
          <p:nvCxnSpPr>
            <p:cNvPr id="362" name="Google Shape;376;p36"/>
            <p:cNvCxnSpPr/>
            <p:nvPr/>
          </p:nvCxnSpPr>
          <p:spPr>
            <a:xfrm>
              <a:off x="6430680" y="1193400"/>
              <a:ext cx="2160" cy="3706560"/>
            </a:xfrm>
            <a:prstGeom prst="straightConnector1">
              <a:avLst/>
            </a:prstGeom>
            <a:ln w="9360">
              <a:solidFill>
                <a:srgbClr val="D4D2D1"/>
              </a:solidFill>
              <a:round/>
            </a:ln>
          </p:spPr>
        </p:cxnSp>
        <p:cxnSp>
          <p:nvCxnSpPr>
            <p:cNvPr id="363" name="Google Shape;377;p36"/>
            <p:cNvCxnSpPr/>
            <p:nvPr/>
          </p:nvCxnSpPr>
          <p:spPr>
            <a:xfrm>
              <a:off x="7669800" y="1193400"/>
              <a:ext cx="2160" cy="3706560"/>
            </a:xfrm>
            <a:prstGeom prst="straightConnector1">
              <a:avLst/>
            </a:prstGeom>
            <a:ln w="9360">
              <a:solidFill>
                <a:srgbClr val="D4D2D1"/>
              </a:solidFill>
              <a:round/>
            </a:ln>
          </p:spPr>
        </p:cxnSp>
        <p:sp>
          <p:nvSpPr>
            <p:cNvPr id="364" name="Google Shape;378;p36"/>
            <p:cNvSpPr/>
            <p:nvPr/>
          </p:nvSpPr>
          <p:spPr>
            <a:xfrm>
              <a:off x="234360" y="1193400"/>
              <a:ext cx="8673120" cy="3702240"/>
            </a:xfrm>
            <a:custGeom>
              <a:avLst/>
              <a:gdLst>
                <a:gd name="textAreaLeft" fmla="*/ 0 w 8673120"/>
                <a:gd name="textAreaRight" fmla="*/ 8675280 w 8673120"/>
                <a:gd name="textAreaTop" fmla="*/ 0 h 3702240"/>
                <a:gd name="textAreaBottom" fmla="*/ 3704400 h 3702240"/>
              </a:gdLst>
              <a:ahLst/>
              <a:cxnLst/>
              <a:rect l="textAreaLeft" t="textAreaTop" r="textAreaRight" b="textAreaBottom"/>
              <a:pathLst>
                <a:path w="347018" h="148178">
                  <a:moveTo>
                    <a:pt x="0" y="0"/>
                  </a:moveTo>
                  <a:lnTo>
                    <a:pt x="0" y="148178"/>
                  </a:lnTo>
                  <a:lnTo>
                    <a:pt x="347018" y="148178"/>
                  </a:lnTo>
                </a:path>
              </a:pathLst>
            </a:custGeom>
            <a:noFill/>
            <a:ln w="9360">
              <a:solidFill>
                <a:srgbClr val="81746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5" name="PlaceHolder 1"/>
          <p:cNvSpPr>
            <a:spLocks noGrp="1"/>
          </p:cNvSpPr>
          <p:nvPr>
            <p:ph type="sldNum" idx="46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03FB781B-F55E-4D2B-9933-946177AF6B32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title"/>
          </p:nvPr>
        </p:nvSpPr>
        <p:spPr>
          <a:xfrm>
            <a:off x="73080" y="335160"/>
            <a:ext cx="44467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body"/>
          </p:nvPr>
        </p:nvSpPr>
        <p:spPr>
          <a:xfrm>
            <a:off x="5172480" y="349920"/>
            <a:ext cx="3719520" cy="7048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Num" idx="47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E3CD0EDB-DDDA-44D0-8A12-18C436592EC8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title"/>
          </p:nvPr>
        </p:nvSpPr>
        <p:spPr>
          <a:xfrm>
            <a:off x="73080" y="335160"/>
            <a:ext cx="44467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body"/>
          </p:nvPr>
        </p:nvSpPr>
        <p:spPr>
          <a:xfrm>
            <a:off x="5172480" y="349920"/>
            <a:ext cx="3719520" cy="7048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320" cy="57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0000" lnSpcReduction="1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7800" cy="3414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7800" cy="3414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 type="sldNum" idx="48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968DF257-EF2A-4C18-B6F7-8512FD4CF1F3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body"/>
          </p:nvPr>
        </p:nvSpPr>
        <p:spPr>
          <a:xfrm>
            <a:off x="311760" y="3911760"/>
            <a:ext cx="2625120" cy="101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205320" y="1128240"/>
            <a:ext cx="2625120" cy="2270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311760" y="1128240"/>
            <a:ext cx="2625120" cy="2270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6205320" y="3911760"/>
            <a:ext cx="2625120" cy="101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 type="body"/>
          </p:nvPr>
        </p:nvSpPr>
        <p:spPr>
          <a:xfrm>
            <a:off x="3255120" y="1128240"/>
            <a:ext cx="2625120" cy="2270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6"/>
          <p:cNvSpPr>
            <a:spLocks noGrp="1"/>
          </p:cNvSpPr>
          <p:nvPr>
            <p:ph type="body"/>
          </p:nvPr>
        </p:nvSpPr>
        <p:spPr>
          <a:xfrm>
            <a:off x="3255120" y="3911760"/>
            <a:ext cx="2625120" cy="101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7"/>
          <p:cNvSpPr>
            <a:spLocks noGrp="1"/>
          </p:cNvSpPr>
          <p:nvPr>
            <p:ph type="sldNum" idx="49"/>
          </p:nvPr>
        </p:nvSpPr>
        <p:spPr>
          <a:xfrm>
            <a:off x="8472600" y="466416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fld id="{85642838-B8A5-4008-ABE5-FF29B11D383B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PlaceHolder 8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8320" cy="57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0000" lnSpcReduction="1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Num" idx="50"/>
          </p:nvPr>
        </p:nvSpPr>
        <p:spPr>
          <a:xfrm>
            <a:off x="131760" y="18720"/>
            <a:ext cx="546480" cy="320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9C1629BC-573D-440B-94E2-1CE9516F6B80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 type="title"/>
          </p:nvPr>
        </p:nvSpPr>
        <p:spPr>
          <a:xfrm>
            <a:off x="73080" y="335160"/>
            <a:ext cx="44467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body"/>
          </p:nvPr>
        </p:nvSpPr>
        <p:spPr>
          <a:xfrm>
            <a:off x="5799600" y="2143800"/>
            <a:ext cx="2990520" cy="14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3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3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3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3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3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575;p51" descr="Directly above view of medical bottles."/>
          <p:cNvPicPr/>
          <p:nvPr/>
        </p:nvPicPr>
        <p:blipFill>
          <a:blip r:embed="rId1"/>
          <a:srcRect l="0" t="29" r="0" b="21"/>
          <a:stretch/>
        </p:blipFill>
        <p:spPr>
          <a:xfrm>
            <a:off x="0" y="2917440"/>
            <a:ext cx="2502360" cy="166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1164960" y="1120320"/>
            <a:ext cx="4912920" cy="162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77500" lnSpcReduction="1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200" b="1" u="none" strike="noStrike">
                <a:solidFill>
                  <a:schemeClr val="accent2"/>
                </a:solidFill>
                <a:effectLst/>
                <a:uFillTx/>
                <a:latin typeface="Familjen Grotesk"/>
                <a:ea typeface="Familjen Grotesk"/>
              </a:rPr>
              <a:t>Skin Care Recommender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title"/>
          </p:nvPr>
        </p:nvSpPr>
        <p:spPr>
          <a:xfrm>
            <a:off x="1501200" y="340560"/>
            <a:ext cx="444996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448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Convolutional Neural Networks</a:t>
            </a:r>
            <a:endParaRPr lang="en-US" sz="4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51"/>
          </p:nvPr>
        </p:nvSpPr>
        <p:spPr>
          <a:xfrm>
            <a:off x="131760" y="15840"/>
            <a:ext cx="546480" cy="32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B5B0C71D-3C9D-46D5-B829-4C65125F9961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2" name="Google Shape;582;p51" descr="Glass building facade."/>
          <p:cNvPicPr/>
          <p:nvPr/>
        </p:nvPicPr>
        <p:blipFill>
          <a:blip r:embed="rId2"/>
          <a:srcRect l="-13263" t="0" r="0" b="-6279"/>
          <a:stretch/>
        </p:blipFill>
        <p:spPr>
          <a:xfrm>
            <a:off x="5648400" y="811080"/>
            <a:ext cx="3493440" cy="2329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52"/>
          </p:nvPr>
        </p:nvSpPr>
        <p:spPr>
          <a:xfrm>
            <a:off x="131760" y="15840"/>
            <a:ext cx="546480" cy="32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887AE720-C2BC-4F96-8903-50E1FB3CD9A8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6" name="Google Shape;590;p52" descr="Golden oil bubbles."/>
          <p:cNvPicPr/>
          <p:nvPr/>
        </p:nvPicPr>
        <p:blipFill>
          <a:blip r:embed="rId1"/>
          <a:srcRect l="29642" t="0" r="29642" b="0"/>
          <a:stretch/>
        </p:blipFill>
        <p:spPr>
          <a:xfrm>
            <a:off x="0" y="2896200"/>
            <a:ext cx="1468440" cy="224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PlaceHolder 4"/>
          <p:cNvSpPr>
            <a:spLocks noGrp="1"/>
          </p:cNvSpPr>
          <p:nvPr>
            <p:ph type="title"/>
          </p:nvPr>
        </p:nvSpPr>
        <p:spPr>
          <a:xfrm>
            <a:off x="1605960" y="335160"/>
            <a:ext cx="54295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56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Our Mission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5"/>
          <p:cNvSpPr>
            <a:spLocks noGrp="1"/>
          </p:cNvSpPr>
          <p:nvPr>
            <p:ph/>
          </p:nvPr>
        </p:nvSpPr>
        <p:spPr>
          <a:xfrm>
            <a:off x="1746360" y="1569600"/>
            <a:ext cx="4284720" cy="18514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 To personalize the skin care products for each and every type of Skin, Age and Gender. To improve the skin care product market for the client.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	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9" name=""/>
          <p:cNvPicPr/>
          <p:nvPr/>
        </p:nvPicPr>
        <p:blipFill>
          <a:blip r:embed="rId2"/>
          <a:stretch/>
        </p:blipFill>
        <p:spPr>
          <a:xfrm>
            <a:off x="5257800" y="2397240"/>
            <a:ext cx="3885480" cy="2745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1605960" y="335160"/>
            <a:ext cx="75358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5600" b="0" u="none" strike="noStrike">
                <a:solidFill>
                  <a:schemeClr val="accent2"/>
                </a:solidFill>
                <a:effectLst/>
                <a:uFillTx/>
                <a:latin typeface="Familjen Grotesk"/>
                <a:ea typeface="Familjen Grotesk"/>
              </a:rPr>
              <a:t>Agenda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 type="title"/>
          </p:nvPr>
        </p:nvSpPr>
        <p:spPr>
          <a:xfrm>
            <a:off x="1611000" y="1315440"/>
            <a:ext cx="6480720" cy="3825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640" b="0" i="1" u="none" strike="noStrike">
                <a:solidFill>
                  <a:schemeClr val="dk1"/>
                </a:solidFill>
                <a:effectLst/>
                <a:uFillTx/>
                <a:latin typeface="Spectral ExtraLight"/>
                <a:ea typeface="Spectral ExtraLight"/>
              </a:rPr>
              <a:t>1</a:t>
            </a:r>
            <a:r>
              <a:rPr lang="en" sz="3640" b="0" u="none" strike="noStrike">
                <a:solidFill>
                  <a:schemeClr val="dk1"/>
                </a:solidFill>
                <a:effectLst/>
                <a:uFillTx/>
                <a:latin typeface="Spectral ExtraLight"/>
                <a:ea typeface="Spectral ExtraLight"/>
              </a:rPr>
              <a:t> </a:t>
            </a:r>
            <a:r>
              <a:rPr lang="en" sz="364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Business Problem</a:t>
            </a:r>
            <a:endParaRPr lang="en-US" sz="3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640" b="0" i="1" u="none" strike="noStrike">
                <a:solidFill>
                  <a:schemeClr val="dk1"/>
                </a:solidFill>
                <a:effectLst/>
                <a:uFillTx/>
                <a:latin typeface="Spectral ExtraLight"/>
                <a:ea typeface="Spectral ExtraLight"/>
              </a:rPr>
              <a:t>2</a:t>
            </a:r>
            <a:r>
              <a:rPr lang="en" sz="3640" b="0" u="none" strike="noStrike">
                <a:solidFill>
                  <a:schemeClr val="dk1"/>
                </a:solidFill>
                <a:effectLst/>
                <a:uFillTx/>
                <a:latin typeface="Spectral ExtraLight"/>
                <a:ea typeface="Spectral ExtraLight"/>
              </a:rPr>
              <a:t> </a:t>
            </a:r>
            <a:r>
              <a:rPr lang="en" sz="364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Dataset</a:t>
            </a:r>
            <a:endParaRPr lang="en-US" sz="3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640" b="0" i="1" u="none" strike="noStrike">
                <a:solidFill>
                  <a:schemeClr val="dk1"/>
                </a:solidFill>
                <a:effectLst/>
                <a:uFillTx/>
                <a:latin typeface="Spectral ExtraLight"/>
                <a:ea typeface="Spectral ExtraLight"/>
              </a:rPr>
              <a:t>3</a:t>
            </a:r>
            <a:r>
              <a:rPr lang="en" sz="3640" b="0" u="none" strike="noStrike">
                <a:solidFill>
                  <a:schemeClr val="dk1"/>
                </a:solidFill>
                <a:effectLst/>
                <a:uFillTx/>
                <a:latin typeface="Spectral ExtraLight"/>
                <a:ea typeface="Spectral ExtraLight"/>
              </a:rPr>
              <a:t> </a:t>
            </a:r>
            <a:r>
              <a:rPr lang="en" sz="364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Solution Architecture</a:t>
            </a:r>
            <a:br>
              <a:rPr sz="3640"/>
            </a:br>
            <a:r>
              <a:rPr lang="en" sz="3640" b="0" i="1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4</a:t>
            </a:r>
            <a:r>
              <a:rPr lang="en" sz="3640" b="0" u="none" strike="noStrike">
                <a:solidFill>
                  <a:schemeClr val="dk1"/>
                </a:solidFill>
                <a:effectLst/>
                <a:uFillTx/>
                <a:latin typeface="Spectral ExtraLight"/>
                <a:ea typeface="Spectral ExtraLight"/>
              </a:rPr>
              <a:t> </a:t>
            </a:r>
            <a:r>
              <a:rPr lang="en" sz="364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Results and</a:t>
            </a:r>
            <a:r>
              <a:rPr lang="en" sz="3640" b="0" u="none" strike="noStrike">
                <a:solidFill>
                  <a:schemeClr val="dk1"/>
                </a:solidFill>
                <a:effectLst/>
                <a:uFillTx/>
                <a:latin typeface="Spectral ExtraLight"/>
                <a:ea typeface="Spectral ExtraLight"/>
              </a:rPr>
              <a:t> </a:t>
            </a:r>
            <a:r>
              <a:rPr lang="en" sz="364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KPIs</a:t>
            </a:r>
            <a:br>
              <a:rPr sz="3640"/>
            </a:br>
            <a:r>
              <a:rPr lang="en" sz="3640" b="0" i="1" u="none" strike="noStrike">
                <a:solidFill>
                  <a:schemeClr val="dk1"/>
                </a:solidFill>
                <a:effectLst/>
                <a:uFillTx/>
                <a:latin typeface="Spectral ExtraLight"/>
                <a:ea typeface="Spectral ExtraLight"/>
              </a:rPr>
              <a:t>5</a:t>
            </a:r>
            <a:r>
              <a:rPr lang="en" sz="364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 Limitations</a:t>
            </a:r>
            <a:br>
              <a:rPr sz="3640"/>
            </a:br>
            <a:r>
              <a:rPr lang="en" sz="3640" b="0" i="1" u="none" strike="noStrike">
                <a:solidFill>
                  <a:schemeClr val="dk1"/>
                </a:solidFill>
                <a:effectLst/>
                <a:uFillTx/>
                <a:latin typeface="Spectral ExtraLight"/>
                <a:ea typeface="Spectral ExtraLight"/>
              </a:rPr>
              <a:t>6 </a:t>
            </a:r>
            <a:r>
              <a:rPr lang="en" sz="364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Demo</a:t>
            </a:r>
            <a:br>
              <a:rPr sz="3640"/>
            </a:br>
            <a:br>
              <a:rPr sz="3640"/>
            </a:br>
            <a:endParaRPr lang="en-US" sz="3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4"/>
          <p:cNvSpPr>
            <a:spLocks noGrp="1"/>
          </p:cNvSpPr>
          <p:nvPr>
            <p:ph type="sldNum" idx="53"/>
          </p:nvPr>
        </p:nvSpPr>
        <p:spPr>
          <a:xfrm>
            <a:off x="131760" y="14760"/>
            <a:ext cx="546480" cy="3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124587A8-C8DF-4308-952D-E6E09D5264DC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5" name=""/>
          <p:cNvPicPr/>
          <p:nvPr/>
        </p:nvPicPr>
        <p:blipFill>
          <a:blip r:embed="rId1"/>
          <a:stretch/>
        </p:blipFill>
        <p:spPr>
          <a:xfrm>
            <a:off x="4482360" y="236160"/>
            <a:ext cx="4710600" cy="514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1605960" y="335160"/>
            <a:ext cx="75358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7200" b="0" u="none" strike="noStrike">
                <a:solidFill>
                  <a:schemeClr val="accent2"/>
                </a:solidFill>
                <a:effectLst/>
                <a:uFillTx/>
                <a:latin typeface="Familjen Grotesk"/>
                <a:ea typeface="Familjen Grotesk"/>
              </a:rPr>
              <a:t>Part 1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7" name="Google Shape;609;p54" descr="Two medical researchers using microscope. "/>
          <p:cNvPicPr/>
          <p:nvPr/>
        </p:nvPicPr>
        <p:blipFill>
          <a:blip r:embed="rId1"/>
          <a:srcRect l="43126" t="20422" r="3851" b="0"/>
          <a:stretch/>
        </p:blipFill>
        <p:spPr>
          <a:xfrm>
            <a:off x="7429680" y="3429000"/>
            <a:ext cx="1712160" cy="171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PlaceHolder 2"/>
          <p:cNvSpPr>
            <a:spLocks noGrp="1"/>
          </p:cNvSpPr>
          <p:nvPr>
            <p:ph type="title"/>
          </p:nvPr>
        </p:nvSpPr>
        <p:spPr>
          <a:xfrm>
            <a:off x="1605960" y="1087920"/>
            <a:ext cx="7535880" cy="160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72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Business Problem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4"/>
          <p:cNvSpPr>
            <a:spLocks noGrp="1"/>
          </p:cNvSpPr>
          <p:nvPr>
            <p:ph type="sldNum" idx="54"/>
          </p:nvPr>
        </p:nvSpPr>
        <p:spPr>
          <a:xfrm>
            <a:off x="131760" y="15840"/>
            <a:ext cx="546480" cy="32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8FE3FD9F-CA3E-4873-97BB-0B568316614C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sldNum" idx="55"/>
          </p:nvPr>
        </p:nvSpPr>
        <p:spPr>
          <a:xfrm>
            <a:off x="131760" y="14760"/>
            <a:ext cx="546480" cy="3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868A4BF9-D050-48C5-AA85-B286326F58BD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title"/>
          </p:nvPr>
        </p:nvSpPr>
        <p:spPr>
          <a:xfrm>
            <a:off x="73080" y="335160"/>
            <a:ext cx="44467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56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Problem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4"/>
          <p:cNvSpPr>
            <a:spLocks noGrp="1"/>
          </p:cNvSpPr>
          <p:nvPr>
            <p:ph/>
          </p:nvPr>
        </p:nvSpPr>
        <p:spPr>
          <a:xfrm>
            <a:off x="5172480" y="349920"/>
            <a:ext cx="3719520" cy="7048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Lorem ipsum dolor sit amet, consectetur adipiscing elit. Proin dignissim id est vitae.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7" name=""/>
          <p:cNvPicPr/>
          <p:nvPr/>
        </p:nvPicPr>
        <p:blipFill>
          <a:blip r:embed="rId1"/>
          <a:srcRect l="0" t="0" r="49994" b="41337"/>
          <a:stretch/>
        </p:blipFill>
        <p:spPr>
          <a:xfrm>
            <a:off x="1828800" y="1483200"/>
            <a:ext cx="2285640" cy="194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 type="sldNum" idx="56"/>
          </p:nvPr>
        </p:nvSpPr>
        <p:spPr>
          <a:xfrm>
            <a:off x="131760" y="14760"/>
            <a:ext cx="546480" cy="3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561EB978-820C-4287-AEDE-D8243565A0B6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title"/>
          </p:nvPr>
        </p:nvSpPr>
        <p:spPr>
          <a:xfrm>
            <a:off x="73080" y="335160"/>
            <a:ext cx="44467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56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Problem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4"/>
          <p:cNvSpPr>
            <a:spLocks noGrp="1"/>
          </p:cNvSpPr>
          <p:nvPr>
            <p:ph/>
          </p:nvPr>
        </p:nvSpPr>
        <p:spPr>
          <a:xfrm>
            <a:off x="5172480" y="349920"/>
            <a:ext cx="3719520" cy="7048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Lorem ipsum dolor sit amet, consectetur adipiscing elit. Proin dignissim id est vitae.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3" name=""/>
          <p:cNvPicPr/>
          <p:nvPr/>
        </p:nvPicPr>
        <p:blipFill>
          <a:blip r:embed="rId1"/>
          <a:srcRect l="0" t="10843" r="-363" b="45763"/>
          <a:stretch/>
        </p:blipFill>
        <p:spPr>
          <a:xfrm>
            <a:off x="1828800" y="1371600"/>
            <a:ext cx="6629040" cy="182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/>
          </p:nvPr>
        </p:nvSpPr>
        <p:spPr>
          <a:xfrm>
            <a:off x="680400" y="1101600"/>
            <a:ext cx="8462880" cy="34696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2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Problem Statement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Choosing the right skincare product is difficult. Skincare needs vary from person to person.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Choosing the right skincare product is difficult because skincare is highly personal. A product that works well for one person may not be appropriate for another because skin characteristics, age, gender, and individual skin type can differ significantly.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Generic recommendations often fail to account for individual characteristics. Users are overwhelmed by the large number of available products.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Traditional recommendation systems often rely on generic product categories or simple user preferences, which can lead to irrelevant recommendations and poor user experience.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title"/>
          </p:nvPr>
        </p:nvSpPr>
        <p:spPr>
          <a:xfrm>
            <a:off x="73080" y="335160"/>
            <a:ext cx="888264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5600" b="0" u="none" strike="noStrike">
                <a:solidFill>
                  <a:schemeClr val="accent2"/>
                </a:solidFill>
                <a:effectLst/>
                <a:uFillTx/>
                <a:latin typeface="Familjen Grotesk"/>
                <a:ea typeface="Familjen Grotesk"/>
              </a:rPr>
              <a:t>Overview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4"/>
          <p:cNvSpPr>
            <a:spLocks noGrp="1"/>
          </p:cNvSpPr>
          <p:nvPr>
            <p:ph type="sldNum" idx="57"/>
          </p:nvPr>
        </p:nvSpPr>
        <p:spPr>
          <a:xfrm>
            <a:off x="131760" y="15840"/>
            <a:ext cx="546480" cy="32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9C18C3BB-1D05-4C46-88BC-4B5C8AF5D8DF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1605960" y="335160"/>
            <a:ext cx="75358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7200" b="0" u="none" strike="noStrike">
                <a:solidFill>
                  <a:schemeClr val="accent2"/>
                </a:solidFill>
                <a:effectLst/>
                <a:uFillTx/>
                <a:latin typeface="Familjen Grotesk"/>
                <a:ea typeface="Familjen Grotesk"/>
              </a:rPr>
              <a:t>Part 2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title"/>
          </p:nvPr>
        </p:nvSpPr>
        <p:spPr>
          <a:xfrm>
            <a:off x="1605960" y="1087920"/>
            <a:ext cx="7535880" cy="128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72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Data Set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4"/>
          <p:cNvSpPr>
            <a:spLocks noGrp="1"/>
          </p:cNvSpPr>
          <p:nvPr>
            <p:ph type="sldNum" idx="58"/>
          </p:nvPr>
        </p:nvSpPr>
        <p:spPr>
          <a:xfrm>
            <a:off x="131760" y="15840"/>
            <a:ext cx="546480" cy="32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869DD2D7-7BF2-42BD-B001-A7740FCCA08D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4" name=""/>
          <p:cNvPicPr/>
          <p:nvPr/>
        </p:nvPicPr>
        <p:blipFill>
          <a:blip r:embed="rId1"/>
          <a:stretch/>
        </p:blipFill>
        <p:spPr>
          <a:xfrm>
            <a:off x="3906000" y="2161800"/>
            <a:ext cx="4780080" cy="286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 type="sldNum" idx="59"/>
          </p:nvPr>
        </p:nvSpPr>
        <p:spPr>
          <a:xfrm>
            <a:off x="131760" y="14760"/>
            <a:ext cx="546480" cy="3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B8E32AE3-D70C-4128-946B-51D63A792B99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title"/>
          </p:nvPr>
        </p:nvSpPr>
        <p:spPr>
          <a:xfrm>
            <a:off x="73080" y="335160"/>
            <a:ext cx="44467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56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Data Set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4"/>
          <p:cNvSpPr>
            <a:spLocks noGrp="1"/>
          </p:cNvSpPr>
          <p:nvPr>
            <p:ph/>
          </p:nvPr>
        </p:nvSpPr>
        <p:spPr>
          <a:xfrm>
            <a:off x="5344560" y="2160720"/>
            <a:ext cx="3656880" cy="257112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The 200X200X3 dimension face images.</a:t>
            </a:r>
            <a:br>
              <a:rPr sz="1400"/>
            </a:b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for Age, Gender.   18966  samples in train data.</a:t>
            </a:r>
            <a:br>
              <a:rPr sz="1400"/>
            </a:b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1400" b="1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Robo Flow</a:t>
            </a: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Dry Vs Oil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Resistant Vs Sensitive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Pigmentation Vs Non-Pigmentation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Wrinkles Vs Tight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Google Shape;701;p61"/>
          <p:cNvSpPr/>
          <p:nvPr/>
        </p:nvSpPr>
        <p:spPr>
          <a:xfrm>
            <a:off x="5370480" y="1579320"/>
            <a:ext cx="3544200" cy="84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3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 UTK Face DataSet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1" name="Picture 7"/>
          <p:cNvPicPr/>
          <p:nvPr/>
        </p:nvPicPr>
        <p:blipFill>
          <a:blip r:embed="rId1"/>
          <a:stretch/>
        </p:blipFill>
        <p:spPr>
          <a:xfrm>
            <a:off x="0" y="1371600"/>
            <a:ext cx="5075640" cy="3218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1605960" y="335160"/>
            <a:ext cx="75358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7200" b="0" u="none" strike="noStrike">
                <a:solidFill>
                  <a:schemeClr val="accent2"/>
                </a:solidFill>
                <a:effectLst/>
                <a:uFillTx/>
                <a:latin typeface="Familjen Grotesk"/>
                <a:ea typeface="Familjen Grotesk"/>
              </a:rPr>
              <a:t>Part 3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title"/>
          </p:nvPr>
        </p:nvSpPr>
        <p:spPr>
          <a:xfrm>
            <a:off x="1605960" y="1087920"/>
            <a:ext cx="7535880" cy="2403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2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Solution Architecture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 type="sldNum" idx="60"/>
          </p:nvPr>
        </p:nvSpPr>
        <p:spPr>
          <a:xfrm>
            <a:off x="131760" y="15840"/>
            <a:ext cx="546480" cy="32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E60D0DBE-3EDA-40EF-98DE-C663E1C33815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 type="sldNum" idx="61"/>
          </p:nvPr>
        </p:nvSpPr>
        <p:spPr>
          <a:xfrm>
            <a:off x="131760" y="14760"/>
            <a:ext cx="546480" cy="3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985CCB0C-D47E-4298-A6FC-2F76224FEAB9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title"/>
          </p:nvPr>
        </p:nvSpPr>
        <p:spPr>
          <a:xfrm>
            <a:off x="73080" y="335160"/>
            <a:ext cx="44467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56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Usage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4"/>
          <p:cNvSpPr>
            <a:spLocks noGrp="1"/>
          </p:cNvSpPr>
          <p:nvPr>
            <p:ph/>
          </p:nvPr>
        </p:nvSpPr>
        <p:spPr>
          <a:xfrm>
            <a:off x="5172480" y="349920"/>
            <a:ext cx="3719520" cy="7048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Lorem ipsum dolor sit amet, consectetur adipiscing elit. Proin dignissim id est vitae.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2" name="Google Shape;549;p43" descr="Create a template for Skin care product recommender by knowing which product the bauman's skin type, Age, Gender by input image using CNN product pitch"/>
          <p:cNvPicPr/>
          <p:nvPr/>
        </p:nvPicPr>
        <p:blipFill>
          <a:blip r:embed="rId1"/>
          <a:srcRect l="-1022" t="0" r="1022" b="0"/>
          <a:stretch/>
        </p:blipFill>
        <p:spPr>
          <a:xfrm>
            <a:off x="1143000" y="1172520"/>
            <a:ext cx="5942880" cy="3318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sldNum" idx="62"/>
          </p:nvPr>
        </p:nvSpPr>
        <p:spPr>
          <a:xfrm>
            <a:off x="131760" y="14760"/>
            <a:ext cx="546480" cy="3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47459743-7C39-4CE5-B507-C6410DAB3720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title"/>
          </p:nvPr>
        </p:nvSpPr>
        <p:spPr>
          <a:xfrm>
            <a:off x="73080" y="335160"/>
            <a:ext cx="694404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56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EDA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4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7" name=""/>
          <p:cNvPicPr/>
          <p:nvPr/>
        </p:nvPicPr>
        <p:blipFill>
          <a:blip r:embed="rId1"/>
          <a:stretch/>
        </p:blipFill>
        <p:spPr>
          <a:xfrm>
            <a:off x="228600" y="1143000"/>
            <a:ext cx="3513240" cy="309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8" name=""/>
          <p:cNvPicPr/>
          <p:nvPr/>
        </p:nvPicPr>
        <p:blipFill>
          <a:blip r:embed="rId2"/>
          <a:stretch/>
        </p:blipFill>
        <p:spPr>
          <a:xfrm>
            <a:off x="4114800" y="1143000"/>
            <a:ext cx="2304720" cy="18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9" name=""/>
          <p:cNvPicPr/>
          <p:nvPr/>
        </p:nvPicPr>
        <p:blipFill>
          <a:blip r:embed="rId3"/>
          <a:stretch/>
        </p:blipFill>
        <p:spPr>
          <a:xfrm>
            <a:off x="6629400" y="1143000"/>
            <a:ext cx="2366280" cy="182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sldNum" idx="63"/>
          </p:nvPr>
        </p:nvSpPr>
        <p:spPr>
          <a:xfrm>
            <a:off x="131760" y="14760"/>
            <a:ext cx="546480" cy="3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548DAFF6-D849-48F9-9031-65EB24A86177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title"/>
          </p:nvPr>
        </p:nvSpPr>
        <p:spPr>
          <a:xfrm>
            <a:off x="73080" y="335160"/>
            <a:ext cx="609840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56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Architecture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4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4" name=""/>
          <p:cNvPicPr/>
          <p:nvPr/>
        </p:nvPicPr>
        <p:blipFill>
          <a:blip r:embed="rId1"/>
          <a:stretch/>
        </p:blipFill>
        <p:spPr>
          <a:xfrm>
            <a:off x="6400800" y="685800"/>
            <a:ext cx="1370880" cy="441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5" name=""/>
          <p:cNvSpPr/>
          <p:nvPr/>
        </p:nvSpPr>
        <p:spPr>
          <a:xfrm>
            <a:off x="3657600" y="1371600"/>
            <a:ext cx="22852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Convolution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(Feature Extraction)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3650400" y="3771720"/>
            <a:ext cx="297828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Dense Neural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Networks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(1 - Gender Classification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 – Age Regression)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457200" y="1371600"/>
            <a:ext cx="27424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CNN from scratch to predict Age, Gender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 type="sldNum" idx="64"/>
          </p:nvPr>
        </p:nvSpPr>
        <p:spPr>
          <a:xfrm>
            <a:off x="131760" y="14760"/>
            <a:ext cx="546480" cy="3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4CAB259A-028D-4076-AF82-BB72FF18ECC3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title"/>
          </p:nvPr>
        </p:nvSpPr>
        <p:spPr>
          <a:xfrm>
            <a:off x="73080" y="335160"/>
            <a:ext cx="44467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56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AI Workflow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4"/>
          <p:cNvSpPr>
            <a:spLocks noGrp="1"/>
          </p:cNvSpPr>
          <p:nvPr>
            <p:ph/>
          </p:nvPr>
        </p:nvSpPr>
        <p:spPr>
          <a:xfrm>
            <a:off x="5172480" y="349920"/>
            <a:ext cx="3719520" cy="7048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Lorem ipsum dolor sit amet, consectetur adipiscing elit. Proin dignissim id est vitae.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3" name="Content Placeholder 1"/>
          <p:cNvPicPr/>
          <p:nvPr/>
        </p:nvPicPr>
        <p:blipFill>
          <a:blip r:embed="rId1"/>
          <a:stretch/>
        </p:blipFill>
        <p:spPr>
          <a:xfrm>
            <a:off x="1143000" y="1238400"/>
            <a:ext cx="4383360" cy="3682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1605960" y="335160"/>
            <a:ext cx="75358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7200" b="0" u="none" strike="noStrike">
                <a:solidFill>
                  <a:schemeClr val="accent2"/>
                </a:solidFill>
                <a:effectLst/>
                <a:uFillTx/>
                <a:latin typeface="Familjen Grotesk"/>
                <a:ea typeface="Familjen Grotesk"/>
              </a:rPr>
              <a:t>Part 4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 type="title"/>
          </p:nvPr>
        </p:nvSpPr>
        <p:spPr>
          <a:xfrm>
            <a:off x="1605960" y="1087920"/>
            <a:ext cx="7535880" cy="2377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2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KPIs and Results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4"/>
          <p:cNvSpPr>
            <a:spLocks noGrp="1"/>
          </p:cNvSpPr>
          <p:nvPr>
            <p:ph type="sldNum" idx="65"/>
          </p:nvPr>
        </p:nvSpPr>
        <p:spPr>
          <a:xfrm>
            <a:off x="131760" y="14760"/>
            <a:ext cx="546480" cy="3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24132407-476B-4BEB-B202-422ABFB599FA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 type="sldNum" idx="66"/>
          </p:nvPr>
        </p:nvSpPr>
        <p:spPr>
          <a:xfrm>
            <a:off x="131760" y="14760"/>
            <a:ext cx="546480" cy="3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87B48971-FE6C-4CBF-802E-210587519C3B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title"/>
          </p:nvPr>
        </p:nvSpPr>
        <p:spPr>
          <a:xfrm>
            <a:off x="73080" y="335160"/>
            <a:ext cx="4041000" cy="57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Results of Gender’s and Age’s Metrics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4"/>
          <p:cNvSpPr>
            <a:spLocks noGrp="1"/>
          </p:cNvSpPr>
          <p:nvPr>
            <p:ph/>
          </p:nvPr>
        </p:nvSpPr>
        <p:spPr>
          <a:xfrm>
            <a:off x="5172480" y="349920"/>
            <a:ext cx="3719520" cy="7048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Lorem ipsum dolor sit amet, consectetur adipiscing elit. Proin dignissim id est vitae.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4" name=""/>
          <p:cNvPicPr/>
          <p:nvPr/>
        </p:nvPicPr>
        <p:blipFill>
          <a:blip r:embed="rId1"/>
          <a:stretch/>
        </p:blipFill>
        <p:spPr>
          <a:xfrm>
            <a:off x="228600" y="1143000"/>
            <a:ext cx="2742480" cy="211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5" name=""/>
          <p:cNvPicPr/>
          <p:nvPr/>
        </p:nvPicPr>
        <p:blipFill>
          <a:blip r:embed="rId2"/>
          <a:stretch/>
        </p:blipFill>
        <p:spPr>
          <a:xfrm>
            <a:off x="3200400" y="1143000"/>
            <a:ext cx="2742480" cy="218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6" name=""/>
          <p:cNvPicPr/>
          <p:nvPr/>
        </p:nvPicPr>
        <p:blipFill>
          <a:blip r:embed="rId3"/>
          <a:stretch/>
        </p:blipFill>
        <p:spPr>
          <a:xfrm>
            <a:off x="6387480" y="2951280"/>
            <a:ext cx="2755800" cy="2191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 type="sldNum" idx="67"/>
          </p:nvPr>
        </p:nvSpPr>
        <p:spPr>
          <a:xfrm>
            <a:off x="131760" y="14760"/>
            <a:ext cx="546480" cy="3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590935B0-5B37-4752-BD19-D2067CBA6E8D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title"/>
          </p:nvPr>
        </p:nvSpPr>
        <p:spPr>
          <a:xfrm>
            <a:off x="73080" y="335160"/>
            <a:ext cx="44467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Used VLM to classify Burman’s Skin Type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4"/>
          <p:cNvSpPr>
            <a:spLocks noGrp="1"/>
          </p:cNvSpPr>
          <p:nvPr>
            <p:ph/>
          </p:nvPr>
        </p:nvSpPr>
        <p:spPr>
          <a:xfrm>
            <a:off x="5172480" y="349920"/>
            <a:ext cx="3719520" cy="7048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14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Lorem ipsum dolor sit amet, consectetur adipiscing elit. Proin dignissim id est vitae.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2" name="Picture 10"/>
          <p:cNvPicPr/>
          <p:nvPr/>
        </p:nvPicPr>
        <p:blipFill>
          <a:blip r:embed="rId1"/>
          <a:srcRect l="0" t="15605" r="0" b="0"/>
          <a:stretch/>
        </p:blipFill>
        <p:spPr>
          <a:xfrm>
            <a:off x="149760" y="2057400"/>
            <a:ext cx="5793120" cy="232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3" name=""/>
          <p:cNvSpPr/>
          <p:nvPr/>
        </p:nvSpPr>
        <p:spPr>
          <a:xfrm>
            <a:off x="6172200" y="1600200"/>
            <a:ext cx="27424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ViT – Vision Transformer gave 100% accuracy for all four binary classifiers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sldNum" idx="68"/>
          </p:nvPr>
        </p:nvSpPr>
        <p:spPr>
          <a:xfrm>
            <a:off x="131760" y="14760"/>
            <a:ext cx="546480" cy="3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931D9B29-5B9C-4666-8851-C2A41F42D260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Google Shape;786;p 3"/>
          <p:cNvSpPr/>
          <p:nvPr/>
        </p:nvSpPr>
        <p:spPr>
          <a:xfrm>
            <a:off x="1823400" y="2115720"/>
            <a:ext cx="64371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228600" y="457200"/>
            <a:ext cx="8000640" cy="48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Performed A/B testing between ChatGPT and Skin Wise: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Null Hypothesis: The Skin Wise and ChatGPT 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are similar.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H0​:</a:t>
            </a:r>
            <a:r>
              <a:rPr lang="el-G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μ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A​≤</a:t>
            </a:r>
            <a:r>
              <a:rPr lang="el-G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μ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Alternate Hypothesis: Skin Wise is better than ChatGPT.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H1​:</a:t>
            </a:r>
            <a:r>
              <a:rPr lang="el-G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μ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A​&gt;</a:t>
            </a:r>
            <a:r>
              <a:rPr lang="el-G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μ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One-tailed Z-test as the number of records is more than 30.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CTR ChatGPT: 0.0434782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CTR Skin Wise: 0.956521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 score: 6.19 &gt; 1.96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P value: 5.919e-10 &lt; 0.01 (99% Confidence Interval)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Rejecting the Null Hypothesis.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sldNum" idx="69"/>
          </p:nvPr>
        </p:nvSpPr>
        <p:spPr>
          <a:xfrm>
            <a:off x="131760" y="14760"/>
            <a:ext cx="546480" cy="3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EEA4A217-4CE9-45BD-9A06-3426522A24FC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title"/>
          </p:nvPr>
        </p:nvSpPr>
        <p:spPr>
          <a:xfrm>
            <a:off x="73080" y="335160"/>
            <a:ext cx="444672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56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Part 5 Limitaions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4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3" name=""/>
          <p:cNvPicPr/>
          <p:nvPr/>
        </p:nvPicPr>
        <p:blipFill>
          <a:blip r:embed="rId1"/>
          <a:stretch/>
        </p:blipFill>
        <p:spPr>
          <a:xfrm>
            <a:off x="228600" y="1848240"/>
            <a:ext cx="3622320" cy="203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4" name=""/>
          <p:cNvPicPr/>
          <p:nvPr/>
        </p:nvPicPr>
        <p:blipFill>
          <a:blip r:embed="rId2"/>
          <a:stretch/>
        </p:blipFill>
        <p:spPr>
          <a:xfrm>
            <a:off x="4753440" y="457200"/>
            <a:ext cx="3932640" cy="221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5" name=""/>
          <p:cNvSpPr/>
          <p:nvPr/>
        </p:nvSpPr>
        <p:spPr>
          <a:xfrm>
            <a:off x="228600" y="4055040"/>
            <a:ext cx="3656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the skin is too Damaged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4343760" y="2743200"/>
            <a:ext cx="479988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With makeup, filters, or good skin condition the model predicts wrong (as it predicts the skin age not the person’s age).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There should be abundant light on the photo.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4800600" y="3886200"/>
            <a:ext cx="4114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model classifies only Male and Female.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1605960" y="335160"/>
            <a:ext cx="75358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7200" b="0" u="none" strike="noStrike">
                <a:solidFill>
                  <a:schemeClr val="accent2"/>
                </a:solidFill>
                <a:effectLst/>
                <a:uFillTx/>
                <a:latin typeface="Familjen Grotesk"/>
                <a:ea typeface="Familjen Grotesk"/>
              </a:rPr>
              <a:t>Part 6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 type="title"/>
          </p:nvPr>
        </p:nvSpPr>
        <p:spPr>
          <a:xfrm>
            <a:off x="1605960" y="1087920"/>
            <a:ext cx="7535880" cy="128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72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Demo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4"/>
          <p:cNvSpPr>
            <a:spLocks noGrp="1"/>
          </p:cNvSpPr>
          <p:nvPr>
            <p:ph type="sldNum" idx="70"/>
          </p:nvPr>
        </p:nvSpPr>
        <p:spPr>
          <a:xfrm>
            <a:off x="131760" y="14760"/>
            <a:ext cx="546480" cy="3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EEC98CD4-76F3-42A0-A588-F533EEF82347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Google Shape;786;p69"/>
          <p:cNvSpPr/>
          <p:nvPr/>
        </p:nvSpPr>
        <p:spPr>
          <a:xfrm>
            <a:off x="1823400" y="2115720"/>
            <a:ext cx="64371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4" name="Content Placeholder 5" descr="A screenshot of a computer"/>
          <p:cNvPicPr/>
          <p:nvPr/>
        </p:nvPicPr>
        <p:blipFill>
          <a:blip r:embed="rId1"/>
          <a:stretch/>
        </p:blipFill>
        <p:spPr>
          <a:xfrm>
            <a:off x="917280" y="2057400"/>
            <a:ext cx="5254200" cy="2954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1605960" y="335160"/>
            <a:ext cx="7535880" cy="90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7200" b="0" u="none" strike="noStrike">
                <a:solidFill>
                  <a:schemeClr val="accent2"/>
                </a:solidFill>
                <a:effectLst/>
                <a:uFillTx/>
                <a:latin typeface="Familjen Grotesk"/>
                <a:ea typeface="Familjen Grotesk"/>
              </a:rPr>
              <a:t>Part 7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6" name="Google Shape;781;p 2" descr="Directly above view of medical bottles."/>
          <p:cNvPicPr/>
          <p:nvPr/>
        </p:nvPicPr>
        <p:blipFill>
          <a:blip r:embed="rId1"/>
          <a:srcRect l="0" t="42" r="0" b="29"/>
          <a:stretch/>
        </p:blipFill>
        <p:spPr>
          <a:xfrm>
            <a:off x="6636960" y="3474000"/>
            <a:ext cx="2504880" cy="166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7" name="PlaceHolder 2"/>
          <p:cNvSpPr>
            <a:spLocks noGrp="1"/>
          </p:cNvSpPr>
          <p:nvPr>
            <p:ph type="title"/>
          </p:nvPr>
        </p:nvSpPr>
        <p:spPr>
          <a:xfrm>
            <a:off x="1605960" y="1087920"/>
            <a:ext cx="7535880" cy="128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p>
            <a:pPr indent="0" algn="l">
              <a:lnSpc>
                <a:spcPct val="65000"/>
              </a:lnSpc>
              <a:buNone/>
              <a:tabLst>
                <a:tab pos="0" algn="l"/>
              </a:tabLst>
            </a:pPr>
            <a:r>
              <a:rPr lang="en" sz="72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Any Doubts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ubTitle"/>
          </p:nvPr>
        </p:nvSpPr>
        <p:spPr>
          <a:xfrm>
            <a:off x="177120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Company 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4"/>
          <p:cNvSpPr>
            <a:spLocks noGrp="1"/>
          </p:cNvSpPr>
          <p:nvPr>
            <p:ph type="sldNum" idx="71"/>
          </p:nvPr>
        </p:nvSpPr>
        <p:spPr>
          <a:xfrm>
            <a:off x="131760" y="14760"/>
            <a:ext cx="546480" cy="32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pg. </a:t>
            </a:r>
            <a:fld id="{3964716A-E434-4FC3-B998-1054EF75601D}" type="slidenum">
              <a:rPr lang="en" sz="900" b="0" u="none" strike="noStrike">
                <a:solidFill>
                  <a:schemeClr val="dk1"/>
                </a:solidFill>
                <a:effectLst/>
                <a:uFillTx/>
                <a:latin typeface="Familjen Grotesk"/>
                <a:ea typeface="Familjen Grotesk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PlaceHolder 5"/>
          <p:cNvSpPr>
            <a:spLocks noGrp="1"/>
          </p:cNvSpPr>
          <p:nvPr>
            <p:ph type="subTitle"/>
          </p:nvPr>
        </p:nvSpPr>
        <p:spPr>
          <a:xfrm>
            <a:off x="6207480" y="22680"/>
            <a:ext cx="2798640" cy="2264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t">
            <a:no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" sz="900" b="0" u="none" strike="noStrike">
                <a:solidFill>
                  <a:schemeClr val="dk1"/>
                </a:solidFill>
                <a:effectLst/>
                <a:uFillTx/>
                <a:latin typeface="Spectral"/>
                <a:ea typeface="Spectral"/>
              </a:rPr>
              <a:t>MM.DD.YYYY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Google Shape;786;p 2"/>
          <p:cNvSpPr/>
          <p:nvPr/>
        </p:nvSpPr>
        <p:spPr>
          <a:xfrm>
            <a:off x="1823400" y="2115720"/>
            <a:ext cx="64371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Business &amp; Financial Report">
  <a:themeElements>
    <a:clrScheme name="Simple Light">
      <a:dk1>
        <a:srgbClr val="3C3D36"/>
      </a:dk1>
      <a:lt1>
        <a:srgbClr val="F2F2F2"/>
      </a:lt1>
      <a:dk2>
        <a:srgbClr val="D4D2D1"/>
      </a:dk2>
      <a:lt2>
        <a:srgbClr val="E3D6BC"/>
      </a:lt2>
      <a:accent1>
        <a:srgbClr val="D4C2AB"/>
      </a:accent1>
      <a:accent2>
        <a:srgbClr val="817463"/>
      </a:accent2>
      <a:accent3>
        <a:srgbClr val="27BAA6"/>
      </a:accent3>
      <a:accent4>
        <a:srgbClr val="F1C232"/>
      </a:accent4>
      <a:accent5>
        <a:srgbClr val="FF691C"/>
      </a:accent5>
      <a:accent6>
        <a:srgbClr val="F9D8FB"/>
      </a:accent6>
      <a:hlink>
        <a:srgbClr val="27BAA6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2026-09-03T09:33:25Z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